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quickStyle2.xml" ContentType="application/vnd.openxmlformats-officedocument.drawingml.diagramStyle+xml"/>
  <Override PartName="/ppt/diagrams/quickStyle3.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4.xml" ContentType="application/vnd.openxmlformats-officedocument.drawingml.diagramLayout+xml"/>
  <Override PartName="/ppt/diagrams/layout5.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data4.xml" ContentType="application/vnd.openxmlformats-officedocument.drawingml.diagramData+xml"/>
  <Override PartName="/ppt/diagrams/data5.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diagrams/colors5.xml" ContentType="application/vnd.openxmlformats-officedocument.drawingml.diagramColors+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ppt/diagrams/colors4.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diagrams/quickStyle5.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93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D80E79-FE89-4B95-9484-1167EEDE56D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2979EB24-9C31-4FDF-BA15-E50058741C72}">
      <dgm:prSet/>
      <dgm:spPr/>
      <dgm:t>
        <a:bodyPr/>
        <a:lstStyle/>
        <a:p>
          <a:pPr rtl="0"/>
          <a:r>
            <a:rPr lang="en-US" baseline="0" dirty="0" err="1" smtClean="0"/>
            <a:t>MySQL</a:t>
          </a:r>
          <a:r>
            <a:rPr lang="en-US" baseline="0" dirty="0" smtClean="0"/>
            <a:t> is a system that helps store and manage data efficiently. Database generally stores data in a structured fashion. It is written in C and C++</a:t>
          </a:r>
          <a:endParaRPr lang="fr-FR" baseline="0" dirty="0"/>
        </a:p>
      </dgm:t>
    </dgm:pt>
    <dgm:pt modelId="{82EC17E2-7051-44E0-B677-068EDB26376E}" type="parTrans" cxnId="{DAD6B7A2-9049-4271-8B54-15A70DD02A9D}">
      <dgm:prSet/>
      <dgm:spPr/>
      <dgm:t>
        <a:bodyPr/>
        <a:lstStyle/>
        <a:p>
          <a:endParaRPr lang="fr-FR"/>
        </a:p>
      </dgm:t>
    </dgm:pt>
    <dgm:pt modelId="{82520A85-7373-474E-A341-7D6702CDFA75}" type="sibTrans" cxnId="{DAD6B7A2-9049-4271-8B54-15A70DD02A9D}">
      <dgm:prSet/>
      <dgm:spPr/>
      <dgm:t>
        <a:bodyPr/>
        <a:lstStyle/>
        <a:p>
          <a:endParaRPr lang="fr-FR"/>
        </a:p>
      </dgm:t>
    </dgm:pt>
    <dgm:pt modelId="{2282B0E9-A018-4661-A661-70751F858191}">
      <dgm:prSet/>
      <dgm:spPr/>
      <dgm:t>
        <a:bodyPr/>
        <a:lstStyle/>
        <a:p>
          <a:pPr rtl="0"/>
          <a:r>
            <a:rPr lang="en-US" b="0" i="0" dirty="0" err="1" smtClean="0"/>
            <a:t>MySQL</a:t>
          </a:r>
          <a:r>
            <a:rPr lang="en-US" b="0" i="0" dirty="0" smtClean="0"/>
            <a:t> uses </a:t>
          </a:r>
          <a:r>
            <a:rPr lang="en-US" b="1" i="0" dirty="0" smtClean="0"/>
            <a:t>Triggers, Stored procedures, and views</a:t>
          </a:r>
          <a:r>
            <a:rPr lang="en-US" b="0" i="0" dirty="0" smtClean="0"/>
            <a:t> that allow the developer to give higher productivity. It can download, install, and execute on most of the available operating systems. This feature improves the performance and provides fast management of the large database</a:t>
          </a:r>
          <a:endParaRPr lang="fr-FR" baseline="0" dirty="0"/>
        </a:p>
      </dgm:t>
    </dgm:pt>
    <dgm:pt modelId="{11CF24BC-DF0C-4607-BFC7-00F96DFA3D05}" type="parTrans" cxnId="{6D805001-AE8A-48B6-A0B7-21465CC2A6D9}">
      <dgm:prSet/>
      <dgm:spPr/>
    </dgm:pt>
    <dgm:pt modelId="{647111AB-F839-4CC5-A4BA-39F5290C3DA0}" type="sibTrans" cxnId="{6D805001-AE8A-48B6-A0B7-21465CC2A6D9}">
      <dgm:prSet/>
      <dgm:spPr/>
    </dgm:pt>
    <dgm:pt modelId="{DB383CBA-B84C-4259-856D-FAAE8B202A3A}" type="pres">
      <dgm:prSet presAssocID="{7BD80E79-FE89-4B95-9484-1167EEDE56D0}" presName="linear" presStyleCnt="0">
        <dgm:presLayoutVars>
          <dgm:animLvl val="lvl"/>
          <dgm:resizeHandles val="exact"/>
        </dgm:presLayoutVars>
      </dgm:prSet>
      <dgm:spPr/>
      <dgm:t>
        <a:bodyPr/>
        <a:lstStyle/>
        <a:p>
          <a:endParaRPr lang="fr-FR"/>
        </a:p>
      </dgm:t>
    </dgm:pt>
    <dgm:pt modelId="{ED325E8A-E200-4226-9180-C5E62445F587}" type="pres">
      <dgm:prSet presAssocID="{2979EB24-9C31-4FDF-BA15-E50058741C72}" presName="parentText" presStyleLbl="node1" presStyleIdx="0" presStyleCnt="2">
        <dgm:presLayoutVars>
          <dgm:chMax val="0"/>
          <dgm:bulletEnabled val="1"/>
        </dgm:presLayoutVars>
      </dgm:prSet>
      <dgm:spPr/>
      <dgm:t>
        <a:bodyPr/>
        <a:lstStyle/>
        <a:p>
          <a:endParaRPr lang="fr-FR"/>
        </a:p>
      </dgm:t>
    </dgm:pt>
    <dgm:pt modelId="{02C647A1-ABC4-480C-89A2-0BDF0420E825}" type="pres">
      <dgm:prSet presAssocID="{82520A85-7373-474E-A341-7D6702CDFA75}" presName="spacer" presStyleCnt="0"/>
      <dgm:spPr/>
    </dgm:pt>
    <dgm:pt modelId="{7E7066B9-2DD7-468A-8A3D-71F69E683F37}" type="pres">
      <dgm:prSet presAssocID="{2282B0E9-A018-4661-A661-70751F858191}" presName="parentText" presStyleLbl="node1" presStyleIdx="1" presStyleCnt="2">
        <dgm:presLayoutVars>
          <dgm:chMax val="0"/>
          <dgm:bulletEnabled val="1"/>
        </dgm:presLayoutVars>
      </dgm:prSet>
      <dgm:spPr/>
      <dgm:t>
        <a:bodyPr/>
        <a:lstStyle/>
        <a:p>
          <a:endParaRPr lang="fr-FR"/>
        </a:p>
      </dgm:t>
    </dgm:pt>
  </dgm:ptLst>
  <dgm:cxnLst>
    <dgm:cxn modelId="{15928E9B-7CD5-4F70-BCEC-84E35D82BE11}" type="presOf" srcId="{2979EB24-9C31-4FDF-BA15-E50058741C72}" destId="{ED325E8A-E200-4226-9180-C5E62445F587}" srcOrd="0" destOrd="0" presId="urn:microsoft.com/office/officeart/2005/8/layout/vList2"/>
    <dgm:cxn modelId="{6D805001-AE8A-48B6-A0B7-21465CC2A6D9}" srcId="{7BD80E79-FE89-4B95-9484-1167EEDE56D0}" destId="{2282B0E9-A018-4661-A661-70751F858191}" srcOrd="1" destOrd="0" parTransId="{11CF24BC-DF0C-4607-BFC7-00F96DFA3D05}" sibTransId="{647111AB-F839-4CC5-A4BA-39F5290C3DA0}"/>
    <dgm:cxn modelId="{DAD6B7A2-9049-4271-8B54-15A70DD02A9D}" srcId="{7BD80E79-FE89-4B95-9484-1167EEDE56D0}" destId="{2979EB24-9C31-4FDF-BA15-E50058741C72}" srcOrd="0" destOrd="0" parTransId="{82EC17E2-7051-44E0-B677-068EDB26376E}" sibTransId="{82520A85-7373-474E-A341-7D6702CDFA75}"/>
    <dgm:cxn modelId="{9A8C775D-EDD3-412C-AD32-22D3A484C6D5}" type="presOf" srcId="{7BD80E79-FE89-4B95-9484-1167EEDE56D0}" destId="{DB383CBA-B84C-4259-856D-FAAE8B202A3A}" srcOrd="0" destOrd="0" presId="urn:microsoft.com/office/officeart/2005/8/layout/vList2"/>
    <dgm:cxn modelId="{8BA4D335-192D-4AC1-9E2D-C6C13F63D50E}" type="presOf" srcId="{2282B0E9-A018-4661-A661-70751F858191}" destId="{7E7066B9-2DD7-468A-8A3D-71F69E683F37}" srcOrd="0" destOrd="0" presId="urn:microsoft.com/office/officeart/2005/8/layout/vList2"/>
    <dgm:cxn modelId="{69AD7C68-2AA4-4626-B13B-EBFF3AE41569}" type="presParOf" srcId="{DB383CBA-B84C-4259-856D-FAAE8B202A3A}" destId="{ED325E8A-E200-4226-9180-C5E62445F587}" srcOrd="0" destOrd="0" presId="urn:microsoft.com/office/officeart/2005/8/layout/vList2"/>
    <dgm:cxn modelId="{014C58E2-279F-4831-BCAF-AE9CBF83B1D7}" type="presParOf" srcId="{DB383CBA-B84C-4259-856D-FAAE8B202A3A}" destId="{02C647A1-ABC4-480C-89A2-0BDF0420E825}" srcOrd="1" destOrd="0" presId="urn:microsoft.com/office/officeart/2005/8/layout/vList2"/>
    <dgm:cxn modelId="{D46F1F51-253B-414C-AC32-876349FFAD6C}" type="presParOf" srcId="{DB383CBA-B84C-4259-856D-FAAE8B202A3A}" destId="{7E7066B9-2DD7-468A-8A3D-71F69E683F37}" srcOrd="2" destOrd="0" presId="urn:microsoft.com/office/officeart/2005/8/layout/vList2"/>
  </dgm:cxnLst>
  <dgm:bg/>
  <dgm:whole/>
</dgm:dataModel>
</file>

<file path=ppt/diagrams/data2.xml><?xml version="1.0" encoding="utf-8"?>
<dgm:dataModel xmlns:dgm="http://schemas.openxmlformats.org/drawingml/2006/diagram" xmlns:a="http://schemas.openxmlformats.org/drawingml/2006/main">
  <dgm:ptLst>
    <dgm:pt modelId="{A999F22B-E95B-4C10-9D52-AB17943330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BA58F901-3BBE-4464-898B-80EAB9EEC55B}">
      <dgm:prSet phldrT="[Texte]"/>
      <dgm:spPr/>
      <dgm:t>
        <a:bodyPr/>
        <a:lstStyle/>
        <a:p>
          <a:r>
            <a:rPr lang="en-US" b="0" i="0" dirty="0" err="1" smtClean="0"/>
            <a:t>PostgreSQL</a:t>
          </a:r>
          <a:r>
            <a:rPr lang="en-US" b="0" i="0" dirty="0" smtClean="0"/>
            <a:t> is an advanced, enterprise-class, and open-source relational database system. </a:t>
          </a:r>
          <a:r>
            <a:rPr lang="en-US" b="0" i="0" dirty="0" err="1" smtClean="0"/>
            <a:t>PostgreSQL</a:t>
          </a:r>
          <a:r>
            <a:rPr lang="en-US" b="0" i="0" dirty="0" smtClean="0"/>
            <a:t> supports both SQL (relational) and JSON (non-relational) querying.</a:t>
          </a:r>
          <a:endParaRPr lang="fr-FR" dirty="0"/>
        </a:p>
      </dgm:t>
    </dgm:pt>
    <dgm:pt modelId="{1E2379A2-FCD0-44EF-921B-2C814888C9DC}" type="parTrans" cxnId="{F932EF00-0637-4D4F-AE3C-5FC8C5CAF14A}">
      <dgm:prSet/>
      <dgm:spPr/>
      <dgm:t>
        <a:bodyPr/>
        <a:lstStyle/>
        <a:p>
          <a:endParaRPr lang="fr-FR"/>
        </a:p>
      </dgm:t>
    </dgm:pt>
    <dgm:pt modelId="{FF6D3CBF-26AB-4B8A-A82D-76C0913EEC52}" type="sibTrans" cxnId="{F932EF00-0637-4D4F-AE3C-5FC8C5CAF14A}">
      <dgm:prSet/>
      <dgm:spPr/>
      <dgm:t>
        <a:bodyPr/>
        <a:lstStyle/>
        <a:p>
          <a:endParaRPr lang="fr-FR"/>
        </a:p>
      </dgm:t>
    </dgm:pt>
    <dgm:pt modelId="{47221864-F6A9-4C77-B05A-8427B7B8F981}">
      <dgm:prSet phldrT="[Texte]"/>
      <dgm:spPr/>
      <dgm:t>
        <a:bodyPr/>
        <a:lstStyle/>
        <a:p>
          <a:r>
            <a:rPr lang="en-US" b="0" i="0" dirty="0" err="1" smtClean="0"/>
            <a:t>PostgreSQL</a:t>
          </a:r>
          <a:r>
            <a:rPr lang="en-US" b="0" i="0" dirty="0" smtClean="0"/>
            <a:t> is used as a primary database for many web applications as well as mobile and analytics applications.</a:t>
          </a:r>
          <a:endParaRPr lang="fr-FR" dirty="0"/>
        </a:p>
      </dgm:t>
    </dgm:pt>
    <dgm:pt modelId="{2F942AD3-CE41-40DC-8A03-DDDDD459E114}" type="parTrans" cxnId="{EF5AA4E4-97C4-46FC-AE4E-5FD24489FC38}">
      <dgm:prSet/>
      <dgm:spPr/>
      <dgm:t>
        <a:bodyPr/>
        <a:lstStyle/>
        <a:p>
          <a:endParaRPr lang="fr-FR"/>
        </a:p>
      </dgm:t>
    </dgm:pt>
    <dgm:pt modelId="{EE927807-AD41-4D6D-9D48-03E6C2CD0E8F}" type="sibTrans" cxnId="{EF5AA4E4-97C4-46FC-AE4E-5FD24489FC38}">
      <dgm:prSet/>
      <dgm:spPr/>
      <dgm:t>
        <a:bodyPr/>
        <a:lstStyle/>
        <a:p>
          <a:endParaRPr lang="fr-FR"/>
        </a:p>
      </dgm:t>
    </dgm:pt>
    <dgm:pt modelId="{0EE45939-2303-48B6-A14D-BE0D8CCDD04A}">
      <dgm:prSet/>
      <dgm:spPr/>
      <dgm:t>
        <a:bodyPr/>
        <a:lstStyle/>
        <a:p>
          <a:r>
            <a:rPr lang="en-US" b="0" i="0" smtClean="0"/>
            <a:t>PostgreSQL is a highly stable database backed by more than 20 years of development by the open-source community.</a:t>
          </a:r>
          <a:endParaRPr lang="en-US"/>
        </a:p>
      </dgm:t>
    </dgm:pt>
    <dgm:pt modelId="{47B58BAC-D1F7-421A-A617-788F13817D3E}" type="parTrans" cxnId="{AFFBD473-2286-47CC-BBB4-243D627433B3}">
      <dgm:prSet/>
      <dgm:spPr/>
      <dgm:t>
        <a:bodyPr/>
        <a:lstStyle/>
        <a:p>
          <a:endParaRPr lang="fr-FR"/>
        </a:p>
      </dgm:t>
    </dgm:pt>
    <dgm:pt modelId="{F9C0B17B-5E3B-4253-B16A-82EBFA61E5DA}" type="sibTrans" cxnId="{AFFBD473-2286-47CC-BBB4-243D627433B3}">
      <dgm:prSet/>
      <dgm:spPr/>
      <dgm:t>
        <a:bodyPr/>
        <a:lstStyle/>
        <a:p>
          <a:endParaRPr lang="fr-FR"/>
        </a:p>
      </dgm:t>
    </dgm:pt>
    <dgm:pt modelId="{9CECBA1E-2E59-47E0-BBCE-C1FDE186B79A}" type="pres">
      <dgm:prSet presAssocID="{A999F22B-E95B-4C10-9D52-AB17943330F7}" presName="linear" presStyleCnt="0">
        <dgm:presLayoutVars>
          <dgm:animLvl val="lvl"/>
          <dgm:resizeHandles val="exact"/>
        </dgm:presLayoutVars>
      </dgm:prSet>
      <dgm:spPr/>
      <dgm:t>
        <a:bodyPr/>
        <a:lstStyle/>
        <a:p>
          <a:endParaRPr lang="fr-FR"/>
        </a:p>
      </dgm:t>
    </dgm:pt>
    <dgm:pt modelId="{4B6306F5-E2A9-42BF-8621-7C3A2852D507}" type="pres">
      <dgm:prSet presAssocID="{BA58F901-3BBE-4464-898B-80EAB9EEC55B}" presName="parentText" presStyleLbl="node1" presStyleIdx="0" presStyleCnt="3">
        <dgm:presLayoutVars>
          <dgm:chMax val="0"/>
          <dgm:bulletEnabled val="1"/>
        </dgm:presLayoutVars>
      </dgm:prSet>
      <dgm:spPr/>
      <dgm:t>
        <a:bodyPr/>
        <a:lstStyle/>
        <a:p>
          <a:endParaRPr lang="fr-FR"/>
        </a:p>
      </dgm:t>
    </dgm:pt>
    <dgm:pt modelId="{B4FE482A-3F88-46C1-A3A0-C94F922AF704}" type="pres">
      <dgm:prSet presAssocID="{FF6D3CBF-26AB-4B8A-A82D-76C0913EEC52}" presName="spacer" presStyleCnt="0"/>
      <dgm:spPr/>
    </dgm:pt>
    <dgm:pt modelId="{D1C8A30C-ADDB-4441-9F58-01482911FB69}" type="pres">
      <dgm:prSet presAssocID="{47221864-F6A9-4C77-B05A-8427B7B8F981}" presName="parentText" presStyleLbl="node1" presStyleIdx="1" presStyleCnt="3">
        <dgm:presLayoutVars>
          <dgm:chMax val="0"/>
          <dgm:bulletEnabled val="1"/>
        </dgm:presLayoutVars>
      </dgm:prSet>
      <dgm:spPr/>
      <dgm:t>
        <a:bodyPr/>
        <a:lstStyle/>
        <a:p>
          <a:endParaRPr lang="fr-FR"/>
        </a:p>
      </dgm:t>
    </dgm:pt>
    <dgm:pt modelId="{64C287CC-A304-4110-AEDB-8AF14B9C3D77}" type="pres">
      <dgm:prSet presAssocID="{EE927807-AD41-4D6D-9D48-03E6C2CD0E8F}" presName="spacer" presStyleCnt="0"/>
      <dgm:spPr/>
    </dgm:pt>
    <dgm:pt modelId="{0FBB9D52-3B29-49E7-8966-1EF640F89F41}" type="pres">
      <dgm:prSet presAssocID="{0EE45939-2303-48B6-A14D-BE0D8CCDD04A}" presName="parentText" presStyleLbl="node1" presStyleIdx="2" presStyleCnt="3">
        <dgm:presLayoutVars>
          <dgm:chMax val="0"/>
          <dgm:bulletEnabled val="1"/>
        </dgm:presLayoutVars>
      </dgm:prSet>
      <dgm:spPr/>
      <dgm:t>
        <a:bodyPr/>
        <a:lstStyle/>
        <a:p>
          <a:endParaRPr lang="fr-FR"/>
        </a:p>
      </dgm:t>
    </dgm:pt>
  </dgm:ptLst>
  <dgm:cxnLst>
    <dgm:cxn modelId="{DF56A86B-8D80-47A0-B675-12DA6D9B486B}" type="presOf" srcId="{0EE45939-2303-48B6-A14D-BE0D8CCDD04A}" destId="{0FBB9D52-3B29-49E7-8966-1EF640F89F41}" srcOrd="0" destOrd="0" presId="urn:microsoft.com/office/officeart/2005/8/layout/vList2"/>
    <dgm:cxn modelId="{F932EF00-0637-4D4F-AE3C-5FC8C5CAF14A}" srcId="{A999F22B-E95B-4C10-9D52-AB17943330F7}" destId="{BA58F901-3BBE-4464-898B-80EAB9EEC55B}" srcOrd="0" destOrd="0" parTransId="{1E2379A2-FCD0-44EF-921B-2C814888C9DC}" sibTransId="{FF6D3CBF-26AB-4B8A-A82D-76C0913EEC52}"/>
    <dgm:cxn modelId="{EF5AA4E4-97C4-46FC-AE4E-5FD24489FC38}" srcId="{A999F22B-E95B-4C10-9D52-AB17943330F7}" destId="{47221864-F6A9-4C77-B05A-8427B7B8F981}" srcOrd="1" destOrd="0" parTransId="{2F942AD3-CE41-40DC-8A03-DDDDD459E114}" sibTransId="{EE927807-AD41-4D6D-9D48-03E6C2CD0E8F}"/>
    <dgm:cxn modelId="{AFFBD473-2286-47CC-BBB4-243D627433B3}" srcId="{A999F22B-E95B-4C10-9D52-AB17943330F7}" destId="{0EE45939-2303-48B6-A14D-BE0D8CCDD04A}" srcOrd="2" destOrd="0" parTransId="{47B58BAC-D1F7-421A-A617-788F13817D3E}" sibTransId="{F9C0B17B-5E3B-4253-B16A-82EBFA61E5DA}"/>
    <dgm:cxn modelId="{DDCD836C-50CC-47BD-8CF3-2F2130DA6C6F}" type="presOf" srcId="{A999F22B-E95B-4C10-9D52-AB17943330F7}" destId="{9CECBA1E-2E59-47E0-BBCE-C1FDE186B79A}" srcOrd="0" destOrd="0" presId="urn:microsoft.com/office/officeart/2005/8/layout/vList2"/>
    <dgm:cxn modelId="{4DDA9F8E-1B86-4150-8C66-74493968A500}" type="presOf" srcId="{47221864-F6A9-4C77-B05A-8427B7B8F981}" destId="{D1C8A30C-ADDB-4441-9F58-01482911FB69}" srcOrd="0" destOrd="0" presId="urn:microsoft.com/office/officeart/2005/8/layout/vList2"/>
    <dgm:cxn modelId="{C99D512B-D601-437B-87F5-D9ED07A3414C}" type="presOf" srcId="{BA58F901-3BBE-4464-898B-80EAB9EEC55B}" destId="{4B6306F5-E2A9-42BF-8621-7C3A2852D507}" srcOrd="0" destOrd="0" presId="urn:microsoft.com/office/officeart/2005/8/layout/vList2"/>
    <dgm:cxn modelId="{2DA87C12-CEBB-466E-86F6-14192319A1E5}" type="presParOf" srcId="{9CECBA1E-2E59-47E0-BBCE-C1FDE186B79A}" destId="{4B6306F5-E2A9-42BF-8621-7C3A2852D507}" srcOrd="0" destOrd="0" presId="urn:microsoft.com/office/officeart/2005/8/layout/vList2"/>
    <dgm:cxn modelId="{CE057B74-5619-4496-A52C-CF49EF60BC3D}" type="presParOf" srcId="{9CECBA1E-2E59-47E0-BBCE-C1FDE186B79A}" destId="{B4FE482A-3F88-46C1-A3A0-C94F922AF704}" srcOrd="1" destOrd="0" presId="urn:microsoft.com/office/officeart/2005/8/layout/vList2"/>
    <dgm:cxn modelId="{9E41B8C9-A013-437F-9E98-A395EE90C1AA}" type="presParOf" srcId="{9CECBA1E-2E59-47E0-BBCE-C1FDE186B79A}" destId="{D1C8A30C-ADDB-4441-9F58-01482911FB69}" srcOrd="2" destOrd="0" presId="urn:microsoft.com/office/officeart/2005/8/layout/vList2"/>
    <dgm:cxn modelId="{08F95C19-766F-4747-BE57-86A9AB03A32D}" type="presParOf" srcId="{9CECBA1E-2E59-47E0-BBCE-C1FDE186B79A}" destId="{64C287CC-A304-4110-AEDB-8AF14B9C3D77}" srcOrd="3" destOrd="0" presId="urn:microsoft.com/office/officeart/2005/8/layout/vList2"/>
    <dgm:cxn modelId="{DD4ABA2E-8B30-4B73-9707-C9FDA8505542}" type="presParOf" srcId="{9CECBA1E-2E59-47E0-BBCE-C1FDE186B79A}" destId="{0FBB9D52-3B29-49E7-8966-1EF640F89F41}" srcOrd="4" destOrd="0" presId="urn:microsoft.com/office/officeart/2005/8/layout/vList2"/>
  </dgm:cxnLst>
  <dgm:bg/>
  <dgm:whole/>
</dgm:dataModel>
</file>

<file path=ppt/diagrams/data3.xml><?xml version="1.0" encoding="utf-8"?>
<dgm:dataModel xmlns:dgm="http://schemas.openxmlformats.org/drawingml/2006/diagram" xmlns:a="http://schemas.openxmlformats.org/drawingml/2006/main">
  <dgm:ptLst>
    <dgm:pt modelId="{26C1F167-169E-46EC-B1AF-212925BA62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957114DB-CB45-466E-817D-5F8263FABCED}">
      <dgm:prSet phldrT="[Texte]"/>
      <dgm:spPr/>
      <dgm:t>
        <a:bodyPr/>
        <a:lstStyle/>
        <a:p>
          <a:r>
            <a:rPr lang="en-US" b="0" i="0" dirty="0" smtClean="0"/>
            <a:t>SQL Server is a relational database management system, or RDBMS, developed and marketed by Microsoft.</a:t>
          </a:r>
          <a:endParaRPr lang="fr-FR" dirty="0"/>
        </a:p>
      </dgm:t>
    </dgm:pt>
    <dgm:pt modelId="{CB3B65DF-7A2C-462D-A666-E4DE76DE7A65}" type="parTrans" cxnId="{C842A2EB-8D20-4A98-A23F-91114B22206B}">
      <dgm:prSet/>
      <dgm:spPr/>
      <dgm:t>
        <a:bodyPr/>
        <a:lstStyle/>
        <a:p>
          <a:endParaRPr lang="fr-FR"/>
        </a:p>
      </dgm:t>
    </dgm:pt>
    <dgm:pt modelId="{FF1A62A6-26E4-4DDB-BDCA-6CA65E34564E}" type="sibTrans" cxnId="{C842A2EB-8D20-4A98-A23F-91114B22206B}">
      <dgm:prSet/>
      <dgm:spPr/>
      <dgm:t>
        <a:bodyPr/>
        <a:lstStyle/>
        <a:p>
          <a:endParaRPr lang="fr-FR"/>
        </a:p>
      </dgm:t>
    </dgm:pt>
    <dgm:pt modelId="{A8FBB7BF-084B-4F19-AB4E-EFD16E325416}">
      <dgm:prSet phldrT="[Texte]"/>
      <dgm:spPr/>
      <dgm:t>
        <a:bodyPr/>
        <a:lstStyle/>
        <a:p>
          <a:r>
            <a:rPr lang="en-US" b="0" i="0" dirty="0" smtClean="0"/>
            <a:t>SQL Server works exclusively on the Windows environment for more than 20 years. In 2016, Microsoft made it available on Linux. SQL Server 2017 became generally available in October 2016 that ran on both Windows and Linux.</a:t>
          </a:r>
          <a:endParaRPr lang="fr-FR" dirty="0"/>
        </a:p>
      </dgm:t>
    </dgm:pt>
    <dgm:pt modelId="{74D3A4AC-5F4A-4905-82DC-73BB9DB8CAAC}" type="parTrans" cxnId="{1DF472FB-476B-45E7-B667-15EAE9B3679B}">
      <dgm:prSet/>
      <dgm:spPr/>
      <dgm:t>
        <a:bodyPr/>
        <a:lstStyle/>
        <a:p>
          <a:endParaRPr lang="fr-FR"/>
        </a:p>
      </dgm:t>
    </dgm:pt>
    <dgm:pt modelId="{7D72227D-C86B-4218-9CBD-F8AB58016396}" type="sibTrans" cxnId="{1DF472FB-476B-45E7-B667-15EAE9B3679B}">
      <dgm:prSet/>
      <dgm:spPr/>
      <dgm:t>
        <a:bodyPr/>
        <a:lstStyle/>
        <a:p>
          <a:endParaRPr lang="fr-FR"/>
        </a:p>
      </dgm:t>
    </dgm:pt>
    <dgm:pt modelId="{4A163337-ECDC-43F2-AB52-43C690CD1225}" type="pres">
      <dgm:prSet presAssocID="{26C1F167-169E-46EC-B1AF-212925BA623D}" presName="linear" presStyleCnt="0">
        <dgm:presLayoutVars>
          <dgm:animLvl val="lvl"/>
          <dgm:resizeHandles val="exact"/>
        </dgm:presLayoutVars>
      </dgm:prSet>
      <dgm:spPr/>
      <dgm:t>
        <a:bodyPr/>
        <a:lstStyle/>
        <a:p>
          <a:endParaRPr lang="fr-FR"/>
        </a:p>
      </dgm:t>
    </dgm:pt>
    <dgm:pt modelId="{57A29A7D-4F3D-4151-8F2B-9DAC2D4E3543}" type="pres">
      <dgm:prSet presAssocID="{957114DB-CB45-466E-817D-5F8263FABCED}" presName="parentText" presStyleLbl="node1" presStyleIdx="0" presStyleCnt="2">
        <dgm:presLayoutVars>
          <dgm:chMax val="0"/>
          <dgm:bulletEnabled val="1"/>
        </dgm:presLayoutVars>
      </dgm:prSet>
      <dgm:spPr/>
      <dgm:t>
        <a:bodyPr/>
        <a:lstStyle/>
        <a:p>
          <a:endParaRPr lang="fr-FR"/>
        </a:p>
      </dgm:t>
    </dgm:pt>
    <dgm:pt modelId="{78C45D2C-7D75-4290-BC74-35E7EBC490E1}" type="pres">
      <dgm:prSet presAssocID="{FF1A62A6-26E4-4DDB-BDCA-6CA65E34564E}" presName="spacer" presStyleCnt="0"/>
      <dgm:spPr/>
    </dgm:pt>
    <dgm:pt modelId="{608F0CDA-61FB-468A-94E7-32AEC39FA685}" type="pres">
      <dgm:prSet presAssocID="{A8FBB7BF-084B-4F19-AB4E-EFD16E325416}" presName="parentText" presStyleLbl="node1" presStyleIdx="1" presStyleCnt="2">
        <dgm:presLayoutVars>
          <dgm:chMax val="0"/>
          <dgm:bulletEnabled val="1"/>
        </dgm:presLayoutVars>
      </dgm:prSet>
      <dgm:spPr/>
      <dgm:t>
        <a:bodyPr/>
        <a:lstStyle/>
        <a:p>
          <a:endParaRPr lang="fr-FR"/>
        </a:p>
      </dgm:t>
    </dgm:pt>
  </dgm:ptLst>
  <dgm:cxnLst>
    <dgm:cxn modelId="{A7D46F69-4503-47C4-AF07-33466C985199}" type="presOf" srcId="{957114DB-CB45-466E-817D-5F8263FABCED}" destId="{57A29A7D-4F3D-4151-8F2B-9DAC2D4E3543}" srcOrd="0" destOrd="0" presId="urn:microsoft.com/office/officeart/2005/8/layout/vList2"/>
    <dgm:cxn modelId="{02393638-42AB-4FAF-ADEB-61660A945A3B}" type="presOf" srcId="{26C1F167-169E-46EC-B1AF-212925BA623D}" destId="{4A163337-ECDC-43F2-AB52-43C690CD1225}" srcOrd="0" destOrd="0" presId="urn:microsoft.com/office/officeart/2005/8/layout/vList2"/>
    <dgm:cxn modelId="{1DF472FB-476B-45E7-B667-15EAE9B3679B}" srcId="{26C1F167-169E-46EC-B1AF-212925BA623D}" destId="{A8FBB7BF-084B-4F19-AB4E-EFD16E325416}" srcOrd="1" destOrd="0" parTransId="{74D3A4AC-5F4A-4905-82DC-73BB9DB8CAAC}" sibTransId="{7D72227D-C86B-4218-9CBD-F8AB58016396}"/>
    <dgm:cxn modelId="{E57ABCD6-504E-46AE-BFFF-763985C494AB}" type="presOf" srcId="{A8FBB7BF-084B-4F19-AB4E-EFD16E325416}" destId="{608F0CDA-61FB-468A-94E7-32AEC39FA685}" srcOrd="0" destOrd="0" presId="urn:microsoft.com/office/officeart/2005/8/layout/vList2"/>
    <dgm:cxn modelId="{C842A2EB-8D20-4A98-A23F-91114B22206B}" srcId="{26C1F167-169E-46EC-B1AF-212925BA623D}" destId="{957114DB-CB45-466E-817D-5F8263FABCED}" srcOrd="0" destOrd="0" parTransId="{CB3B65DF-7A2C-462D-A666-E4DE76DE7A65}" sibTransId="{FF1A62A6-26E4-4DDB-BDCA-6CA65E34564E}"/>
    <dgm:cxn modelId="{364C502F-580D-4279-8CB1-B756955699BC}" type="presParOf" srcId="{4A163337-ECDC-43F2-AB52-43C690CD1225}" destId="{57A29A7D-4F3D-4151-8F2B-9DAC2D4E3543}" srcOrd="0" destOrd="0" presId="urn:microsoft.com/office/officeart/2005/8/layout/vList2"/>
    <dgm:cxn modelId="{35843B3C-1E1F-4BF0-BFEB-90D4522CD6EF}" type="presParOf" srcId="{4A163337-ECDC-43F2-AB52-43C690CD1225}" destId="{78C45D2C-7D75-4290-BC74-35E7EBC490E1}" srcOrd="1" destOrd="0" presId="urn:microsoft.com/office/officeart/2005/8/layout/vList2"/>
    <dgm:cxn modelId="{5AC8E60F-B686-4537-9E27-FC1FB6EDED46}" type="presParOf" srcId="{4A163337-ECDC-43F2-AB52-43C690CD1225}" destId="{608F0CDA-61FB-468A-94E7-32AEC39FA685}" srcOrd="2" destOrd="0" presId="urn:microsoft.com/office/officeart/2005/8/layout/vList2"/>
  </dgm:cxnLst>
  <dgm:bg/>
  <dgm:whole/>
</dgm:dataModel>
</file>

<file path=ppt/diagrams/data4.xml><?xml version="1.0" encoding="utf-8"?>
<dgm:dataModel xmlns:dgm="http://schemas.openxmlformats.org/drawingml/2006/diagram" xmlns:a="http://schemas.openxmlformats.org/drawingml/2006/main">
  <dgm:ptLst>
    <dgm:pt modelId="{7AB270B4-0082-4C5A-9DE6-ADE4E7DAC9D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fr-FR"/>
        </a:p>
      </dgm:t>
    </dgm:pt>
    <dgm:pt modelId="{C5090B4F-C699-4065-9B5C-8F25B5D46B5E}">
      <dgm:prSet phldrT="[Texte]"/>
      <dgm:spPr/>
      <dgm:t>
        <a:bodyPr/>
        <a:lstStyle/>
        <a:p>
          <a:r>
            <a:rPr lang="fr-FR" b="0" i="0" dirty="0" smtClean="0"/>
            <a:t>MySQL</a:t>
          </a:r>
          <a:endParaRPr lang="fr-FR" dirty="0"/>
        </a:p>
      </dgm:t>
    </dgm:pt>
    <dgm:pt modelId="{8479FBE5-1165-40AF-AE61-2E12182B3F46}" type="parTrans" cxnId="{AA4064DC-E56C-4025-B7E9-C62799F0918F}">
      <dgm:prSet/>
      <dgm:spPr/>
      <dgm:t>
        <a:bodyPr/>
        <a:lstStyle/>
        <a:p>
          <a:endParaRPr lang="fr-FR"/>
        </a:p>
      </dgm:t>
    </dgm:pt>
    <dgm:pt modelId="{7DB63908-0B10-420F-831B-86119A6F2B34}" type="sibTrans" cxnId="{AA4064DC-E56C-4025-B7E9-C62799F0918F}">
      <dgm:prSet/>
      <dgm:spPr/>
      <dgm:t>
        <a:bodyPr/>
        <a:lstStyle/>
        <a:p>
          <a:endParaRPr lang="fr-FR"/>
        </a:p>
      </dgm:t>
    </dgm:pt>
    <dgm:pt modelId="{0F2B9A43-C8D5-4A38-AA9B-F34D308D5574}">
      <dgm:prSet phldrT="[Texte]"/>
      <dgm:spPr/>
      <dgm:t>
        <a:bodyPr anchor="ctr"/>
        <a:lstStyle/>
        <a:p>
          <a:r>
            <a:rPr lang="fr-FR" b="0" i="0" dirty="0" smtClean="0"/>
            <a:t>Oracle </a:t>
          </a:r>
          <a:endParaRPr lang="fr-FR" dirty="0"/>
        </a:p>
      </dgm:t>
    </dgm:pt>
    <dgm:pt modelId="{FBEBEE60-1FB4-4035-A92D-230386CCE015}" type="parTrans" cxnId="{1F2B84DA-4E7A-4C5D-9B0E-7CA98C2D782B}">
      <dgm:prSet/>
      <dgm:spPr/>
      <dgm:t>
        <a:bodyPr/>
        <a:lstStyle/>
        <a:p>
          <a:endParaRPr lang="fr-FR"/>
        </a:p>
      </dgm:t>
    </dgm:pt>
    <dgm:pt modelId="{4EF9334D-98BC-42EA-9F99-B530D57AE87C}" type="sibTrans" cxnId="{1F2B84DA-4E7A-4C5D-9B0E-7CA98C2D782B}">
      <dgm:prSet/>
      <dgm:spPr/>
      <dgm:t>
        <a:bodyPr/>
        <a:lstStyle/>
        <a:p>
          <a:endParaRPr lang="fr-FR"/>
        </a:p>
      </dgm:t>
    </dgm:pt>
    <dgm:pt modelId="{4A7CF226-1DC3-466C-AECE-87E4856ABF02}">
      <dgm:prSet phldrT="[Texte]"/>
      <dgm:spPr/>
      <dgm:t>
        <a:bodyPr anchor="ctr"/>
        <a:lstStyle/>
        <a:p>
          <a:r>
            <a:rPr lang="fr-FR" b="0" i="0" dirty="0" smtClean="0"/>
            <a:t>Open Source </a:t>
          </a:r>
          <a:endParaRPr lang="fr-FR" dirty="0"/>
        </a:p>
      </dgm:t>
    </dgm:pt>
    <dgm:pt modelId="{F371417F-A108-447F-AFAA-71DECB805F61}" type="parTrans" cxnId="{08CB73D2-3618-425C-9057-DA67CFF3F2F1}">
      <dgm:prSet/>
      <dgm:spPr/>
      <dgm:t>
        <a:bodyPr/>
        <a:lstStyle/>
        <a:p>
          <a:endParaRPr lang="fr-FR"/>
        </a:p>
      </dgm:t>
    </dgm:pt>
    <dgm:pt modelId="{2A3FC63E-8660-4B7C-8234-01F70AF09B39}" type="sibTrans" cxnId="{08CB73D2-3618-425C-9057-DA67CFF3F2F1}">
      <dgm:prSet/>
      <dgm:spPr/>
      <dgm:t>
        <a:bodyPr/>
        <a:lstStyle/>
        <a:p>
          <a:endParaRPr lang="fr-FR"/>
        </a:p>
      </dgm:t>
    </dgm:pt>
    <dgm:pt modelId="{D263B497-0A04-4C5C-B572-5EE09586FDA8}">
      <dgm:prSet phldrT="[Texte]"/>
      <dgm:spPr/>
      <dgm:t>
        <a:bodyPr/>
        <a:lstStyle/>
        <a:p>
          <a:r>
            <a:rPr lang="fr-FR" b="0" i="0" dirty="0" err="1" smtClean="0"/>
            <a:t>PostgreSQL</a:t>
          </a:r>
          <a:r>
            <a:rPr lang="fr-FR" b="0" i="0" dirty="0" smtClean="0"/>
            <a:t> </a:t>
          </a:r>
          <a:endParaRPr lang="fr-FR" dirty="0"/>
        </a:p>
      </dgm:t>
    </dgm:pt>
    <dgm:pt modelId="{E8134EA3-81F9-46F1-AC54-07393EE7951A}" type="parTrans" cxnId="{6FA1A7D8-D558-4D7C-B86B-79C55732357A}">
      <dgm:prSet/>
      <dgm:spPr/>
      <dgm:t>
        <a:bodyPr/>
        <a:lstStyle/>
        <a:p>
          <a:endParaRPr lang="fr-FR"/>
        </a:p>
      </dgm:t>
    </dgm:pt>
    <dgm:pt modelId="{7E7CE795-114B-4FDE-A6C6-6D593CB68AAD}" type="sibTrans" cxnId="{6FA1A7D8-D558-4D7C-B86B-79C55732357A}">
      <dgm:prSet/>
      <dgm:spPr/>
      <dgm:t>
        <a:bodyPr/>
        <a:lstStyle/>
        <a:p>
          <a:endParaRPr lang="fr-FR"/>
        </a:p>
      </dgm:t>
    </dgm:pt>
    <dgm:pt modelId="{7C05687C-57DE-4C89-AE03-AFAD940BE79D}">
      <dgm:prSet phldrT="[Texte]"/>
      <dgm:spPr/>
      <dgm:t>
        <a:bodyPr anchor="ctr"/>
        <a:lstStyle/>
        <a:p>
          <a:r>
            <a:rPr lang="fr-FR" b="0" i="0" dirty="0" err="1" smtClean="0"/>
            <a:t>PostgreSQL</a:t>
          </a:r>
          <a:r>
            <a:rPr lang="fr-FR" b="0" i="0" dirty="0" smtClean="0"/>
            <a:t> Global </a:t>
          </a:r>
          <a:r>
            <a:rPr lang="fr-FR" b="0" i="0" dirty="0" err="1" smtClean="0"/>
            <a:t>Development</a:t>
          </a:r>
          <a:r>
            <a:rPr lang="fr-FR" b="0" i="0" dirty="0" smtClean="0"/>
            <a:t> Group </a:t>
          </a:r>
          <a:endParaRPr lang="fr-FR" dirty="0"/>
        </a:p>
      </dgm:t>
    </dgm:pt>
    <dgm:pt modelId="{DA4EAB7B-57B1-4186-B59E-5A97875C5A89}" type="parTrans" cxnId="{C98B13F1-FF41-4B53-A259-7DA9D3D2B859}">
      <dgm:prSet/>
      <dgm:spPr/>
      <dgm:t>
        <a:bodyPr/>
        <a:lstStyle/>
        <a:p>
          <a:endParaRPr lang="fr-FR"/>
        </a:p>
      </dgm:t>
    </dgm:pt>
    <dgm:pt modelId="{90652CE2-99CB-4815-9889-35BE0D41D1DC}" type="sibTrans" cxnId="{C98B13F1-FF41-4B53-A259-7DA9D3D2B859}">
      <dgm:prSet/>
      <dgm:spPr/>
      <dgm:t>
        <a:bodyPr/>
        <a:lstStyle/>
        <a:p>
          <a:endParaRPr lang="fr-FR"/>
        </a:p>
      </dgm:t>
    </dgm:pt>
    <dgm:pt modelId="{892AEAA3-A550-4C92-A61E-F586F63D1D50}">
      <dgm:prSet phldrT="[Texte]"/>
      <dgm:spPr/>
      <dgm:t>
        <a:bodyPr anchor="ctr"/>
        <a:lstStyle/>
        <a:p>
          <a:r>
            <a:rPr lang="fr-FR" b="0" i="0" dirty="0" smtClean="0"/>
            <a:t>Open Source </a:t>
          </a:r>
          <a:endParaRPr lang="fr-FR" dirty="0"/>
        </a:p>
      </dgm:t>
    </dgm:pt>
    <dgm:pt modelId="{E74B3C63-B150-4233-ACD7-E2D90BE4D90E}" type="parTrans" cxnId="{47F264AC-97ED-4C75-88C0-D1B75569B7CF}">
      <dgm:prSet/>
      <dgm:spPr/>
      <dgm:t>
        <a:bodyPr/>
        <a:lstStyle/>
        <a:p>
          <a:endParaRPr lang="fr-FR"/>
        </a:p>
      </dgm:t>
    </dgm:pt>
    <dgm:pt modelId="{275F03EB-2819-4591-B832-B01AE9463D18}" type="sibTrans" cxnId="{47F264AC-97ED-4C75-88C0-D1B75569B7CF}">
      <dgm:prSet/>
      <dgm:spPr/>
      <dgm:t>
        <a:bodyPr/>
        <a:lstStyle/>
        <a:p>
          <a:endParaRPr lang="fr-FR"/>
        </a:p>
      </dgm:t>
    </dgm:pt>
    <dgm:pt modelId="{30B3C593-70A3-45DF-9B21-57B2235A3A58}">
      <dgm:prSet phldrT="[Texte]"/>
      <dgm:spPr/>
      <dgm:t>
        <a:bodyPr/>
        <a:lstStyle/>
        <a:p>
          <a:r>
            <a:rPr lang="fr-FR" b="0" i="0" dirty="0" smtClean="0"/>
            <a:t>SQL SERVER </a:t>
          </a:r>
          <a:endParaRPr lang="fr-FR" dirty="0"/>
        </a:p>
      </dgm:t>
    </dgm:pt>
    <dgm:pt modelId="{98BECF22-F5C6-4B6E-A555-ACA2C734BA48}" type="parTrans" cxnId="{2C8A1A57-423E-4251-9ED8-B864E74CA917}">
      <dgm:prSet/>
      <dgm:spPr/>
      <dgm:t>
        <a:bodyPr/>
        <a:lstStyle/>
        <a:p>
          <a:endParaRPr lang="fr-FR"/>
        </a:p>
      </dgm:t>
    </dgm:pt>
    <dgm:pt modelId="{C1215561-32CC-42DF-B93C-C3433DFC47E2}" type="sibTrans" cxnId="{2C8A1A57-423E-4251-9ED8-B864E74CA917}">
      <dgm:prSet/>
      <dgm:spPr/>
      <dgm:t>
        <a:bodyPr/>
        <a:lstStyle/>
        <a:p>
          <a:endParaRPr lang="fr-FR"/>
        </a:p>
      </dgm:t>
    </dgm:pt>
    <dgm:pt modelId="{4223EB65-7E66-4A51-BDD8-8758BEF25412}">
      <dgm:prSet phldrT="[Texte]"/>
      <dgm:spPr/>
      <dgm:t>
        <a:bodyPr anchor="ctr"/>
        <a:lstStyle/>
        <a:p>
          <a:r>
            <a:rPr lang="fr-FR" b="0" i="0" dirty="0" smtClean="0"/>
            <a:t>Microsoft</a:t>
          </a:r>
          <a:endParaRPr lang="fr-FR" dirty="0"/>
        </a:p>
      </dgm:t>
    </dgm:pt>
    <dgm:pt modelId="{57372EA1-1F57-4F1A-8C8B-ACAC78C6511D}" type="parTrans" cxnId="{0FE10250-CF95-479A-8C11-8121F3418E90}">
      <dgm:prSet/>
      <dgm:spPr/>
      <dgm:t>
        <a:bodyPr/>
        <a:lstStyle/>
        <a:p>
          <a:endParaRPr lang="fr-FR"/>
        </a:p>
      </dgm:t>
    </dgm:pt>
    <dgm:pt modelId="{5FAFFFCD-1B28-477A-BD51-FD1B49E8F86F}" type="sibTrans" cxnId="{0FE10250-CF95-479A-8C11-8121F3418E90}">
      <dgm:prSet/>
      <dgm:spPr/>
      <dgm:t>
        <a:bodyPr/>
        <a:lstStyle/>
        <a:p>
          <a:endParaRPr lang="fr-FR"/>
        </a:p>
      </dgm:t>
    </dgm:pt>
    <dgm:pt modelId="{90AB6B03-5579-46DE-8E3B-4ED1DD151900}">
      <dgm:prSet phldrT="[Texte]"/>
      <dgm:spPr/>
      <dgm:t>
        <a:bodyPr anchor="ctr"/>
        <a:lstStyle/>
        <a:p>
          <a:r>
            <a:rPr lang="fr-FR" b="0" i="0" dirty="0" smtClean="0"/>
            <a:t>commercial </a:t>
          </a:r>
          <a:endParaRPr lang="fr-FR" dirty="0"/>
        </a:p>
      </dgm:t>
    </dgm:pt>
    <dgm:pt modelId="{AB783D9B-A266-4B2D-817E-A37F6DDFB41F}" type="parTrans" cxnId="{5AC82A77-58F2-44F6-B35F-A5E13500A6EB}">
      <dgm:prSet/>
      <dgm:spPr/>
      <dgm:t>
        <a:bodyPr/>
        <a:lstStyle/>
        <a:p>
          <a:endParaRPr lang="fr-FR"/>
        </a:p>
      </dgm:t>
    </dgm:pt>
    <dgm:pt modelId="{A311FAB1-96FB-4D25-82C0-D44A6424B2D2}" type="sibTrans" cxnId="{5AC82A77-58F2-44F6-B35F-A5E13500A6EB}">
      <dgm:prSet/>
      <dgm:spPr/>
      <dgm:t>
        <a:bodyPr/>
        <a:lstStyle/>
        <a:p>
          <a:endParaRPr lang="fr-FR"/>
        </a:p>
      </dgm:t>
    </dgm:pt>
    <dgm:pt modelId="{A861E1A9-2371-427C-8C4D-93BAE8980374}">
      <dgm:prSet phldrT="[Texte]"/>
      <dgm:spPr/>
      <dgm:t>
        <a:bodyPr anchor="ctr"/>
        <a:lstStyle/>
        <a:p>
          <a:endParaRPr lang="fr-FR" dirty="0"/>
        </a:p>
      </dgm:t>
    </dgm:pt>
    <dgm:pt modelId="{0724FB41-55BA-4790-AB51-2C68D884A2BD}" type="parTrans" cxnId="{3F4A5317-4757-4819-8B87-82132E6B1748}">
      <dgm:prSet/>
      <dgm:spPr/>
      <dgm:t>
        <a:bodyPr/>
        <a:lstStyle/>
        <a:p>
          <a:endParaRPr lang="fr-FR"/>
        </a:p>
      </dgm:t>
    </dgm:pt>
    <dgm:pt modelId="{64FC5E86-BB32-41DF-80DE-2A6889D2A88B}" type="sibTrans" cxnId="{3F4A5317-4757-4819-8B87-82132E6B1748}">
      <dgm:prSet/>
      <dgm:spPr/>
      <dgm:t>
        <a:bodyPr/>
        <a:lstStyle/>
        <a:p>
          <a:endParaRPr lang="fr-FR"/>
        </a:p>
      </dgm:t>
    </dgm:pt>
    <dgm:pt modelId="{62354740-042F-4ED0-94AA-1CDB4E3CA2D0}">
      <dgm:prSet phldrT="[Texte]"/>
      <dgm:spPr/>
      <dgm:t>
        <a:bodyPr anchor="ctr"/>
        <a:lstStyle/>
        <a:p>
          <a:endParaRPr lang="fr-FR" dirty="0"/>
        </a:p>
      </dgm:t>
    </dgm:pt>
    <dgm:pt modelId="{10994D7B-D2B4-44DE-A981-2CA807CC13C7}" type="parTrans" cxnId="{A64CEB94-1901-4D99-A65E-4B4FDEDB93B8}">
      <dgm:prSet/>
      <dgm:spPr/>
      <dgm:t>
        <a:bodyPr/>
        <a:lstStyle/>
        <a:p>
          <a:endParaRPr lang="fr-FR"/>
        </a:p>
      </dgm:t>
    </dgm:pt>
    <dgm:pt modelId="{877FF94C-3D39-4923-BAA1-5F86B8D98240}" type="sibTrans" cxnId="{A64CEB94-1901-4D99-A65E-4B4FDEDB93B8}">
      <dgm:prSet/>
      <dgm:spPr/>
      <dgm:t>
        <a:bodyPr/>
        <a:lstStyle/>
        <a:p>
          <a:endParaRPr lang="fr-FR"/>
        </a:p>
      </dgm:t>
    </dgm:pt>
    <dgm:pt modelId="{602FFBFE-3159-412D-8550-C36A199B4795}">
      <dgm:prSet phldrT="[Texte]"/>
      <dgm:spPr/>
      <dgm:t>
        <a:bodyPr anchor="ctr"/>
        <a:lstStyle/>
        <a:p>
          <a:r>
            <a:rPr lang="fr-FR" b="0" i="0" dirty="0" err="1" smtClean="0"/>
            <a:t>FreeBSD</a:t>
          </a:r>
          <a:r>
            <a:rPr lang="fr-FR" dirty="0" smtClean="0"/>
            <a:t/>
          </a:r>
          <a:br>
            <a:rPr lang="fr-FR" dirty="0" smtClean="0"/>
          </a:br>
          <a:r>
            <a:rPr lang="fr-FR" b="0" i="0" dirty="0" smtClean="0"/>
            <a:t>HP-UX</a:t>
          </a:r>
          <a:r>
            <a:rPr lang="fr-FR" dirty="0" smtClean="0"/>
            <a:t/>
          </a:r>
          <a:br>
            <a:rPr lang="fr-FR" dirty="0" smtClean="0"/>
          </a:br>
          <a:r>
            <a:rPr lang="fr-FR" b="0" i="0" dirty="0" smtClean="0"/>
            <a:t>Linux</a:t>
          </a:r>
          <a:r>
            <a:rPr lang="fr-FR" dirty="0" smtClean="0"/>
            <a:t/>
          </a:r>
          <a:br>
            <a:rPr lang="fr-FR" dirty="0" smtClean="0"/>
          </a:br>
          <a:r>
            <a:rPr lang="fr-FR" b="0" i="0" dirty="0" err="1" smtClean="0"/>
            <a:t>NetBSD</a:t>
          </a:r>
          <a:r>
            <a:rPr lang="fr-FR" dirty="0" smtClean="0"/>
            <a:t/>
          </a:r>
          <a:br>
            <a:rPr lang="fr-FR" dirty="0" smtClean="0"/>
          </a:br>
          <a:r>
            <a:rPr lang="fr-FR" b="0" i="0" dirty="0" err="1" smtClean="0"/>
            <a:t>OpenBSD</a:t>
          </a:r>
          <a:r>
            <a:rPr lang="fr-FR" dirty="0" smtClean="0"/>
            <a:t/>
          </a:r>
          <a:br>
            <a:rPr lang="fr-FR" dirty="0" smtClean="0"/>
          </a:br>
          <a:r>
            <a:rPr lang="fr-FR" b="0" i="0" dirty="0" smtClean="0"/>
            <a:t>OS X</a:t>
          </a:r>
          <a:r>
            <a:rPr lang="fr-FR" dirty="0" smtClean="0"/>
            <a:t/>
          </a:r>
          <a:br>
            <a:rPr lang="fr-FR" dirty="0" smtClean="0"/>
          </a:br>
          <a:r>
            <a:rPr lang="fr-FR" b="0" i="0" dirty="0" smtClean="0"/>
            <a:t>Solaris</a:t>
          </a:r>
          <a:r>
            <a:rPr lang="fr-FR" dirty="0" smtClean="0"/>
            <a:t/>
          </a:r>
          <a:br>
            <a:rPr lang="fr-FR" dirty="0" smtClean="0"/>
          </a:br>
          <a:r>
            <a:rPr lang="fr-FR" b="0" i="0" dirty="0" smtClean="0"/>
            <a:t>Unix</a:t>
          </a:r>
          <a:r>
            <a:rPr lang="fr-FR" dirty="0" smtClean="0"/>
            <a:t/>
          </a:r>
          <a:br>
            <a:rPr lang="fr-FR" dirty="0" smtClean="0"/>
          </a:br>
          <a:r>
            <a:rPr lang="fr-FR" b="0" i="0" dirty="0" smtClean="0"/>
            <a:t>Windows</a:t>
          </a:r>
          <a:endParaRPr lang="fr-FR" dirty="0"/>
        </a:p>
      </dgm:t>
    </dgm:pt>
    <dgm:pt modelId="{6044331C-5286-443D-8F0B-BCD53ECFF329}" type="parTrans" cxnId="{250C368A-6DEB-4236-8768-C9F0EC32014F}">
      <dgm:prSet/>
      <dgm:spPr/>
    </dgm:pt>
    <dgm:pt modelId="{AE6C65C3-E73C-4D34-8489-E342183BB210}" type="sibTrans" cxnId="{250C368A-6DEB-4236-8768-C9F0EC32014F}">
      <dgm:prSet/>
      <dgm:spPr/>
    </dgm:pt>
    <dgm:pt modelId="{05BE33AC-33CA-45A0-85CA-29EA39D760A9}">
      <dgm:prSet phldrT="[Texte]"/>
      <dgm:spPr/>
      <dgm:t>
        <a:bodyPr anchor="ctr"/>
        <a:lstStyle/>
        <a:p>
          <a:r>
            <a:rPr lang="fr-FR" b="0" i="0" dirty="0" err="1" smtClean="0"/>
            <a:t>FreeBSD</a:t>
          </a:r>
          <a:r>
            <a:rPr lang="fr-FR" dirty="0" smtClean="0"/>
            <a:t/>
          </a:r>
          <a:br>
            <a:rPr lang="fr-FR" dirty="0" smtClean="0"/>
          </a:br>
          <a:r>
            <a:rPr lang="fr-FR" b="0" i="0" dirty="0" smtClean="0"/>
            <a:t>Linux</a:t>
          </a:r>
          <a:r>
            <a:rPr lang="fr-FR" dirty="0" smtClean="0"/>
            <a:t/>
          </a:r>
          <a:br>
            <a:rPr lang="fr-FR" dirty="0" smtClean="0"/>
          </a:br>
          <a:r>
            <a:rPr lang="fr-FR" b="0" i="0" dirty="0" smtClean="0"/>
            <a:t>OS X</a:t>
          </a:r>
          <a:r>
            <a:rPr lang="fr-FR" dirty="0" smtClean="0"/>
            <a:t/>
          </a:r>
          <a:br>
            <a:rPr lang="fr-FR" dirty="0" smtClean="0"/>
          </a:br>
          <a:r>
            <a:rPr lang="fr-FR" b="0" i="0" dirty="0" smtClean="0"/>
            <a:t>Solaris</a:t>
          </a:r>
          <a:r>
            <a:rPr lang="fr-FR" dirty="0" smtClean="0"/>
            <a:t/>
          </a:r>
          <a:br>
            <a:rPr lang="fr-FR" dirty="0" smtClean="0"/>
          </a:br>
          <a:r>
            <a:rPr lang="fr-FR" b="0" i="0" dirty="0" smtClean="0"/>
            <a:t>Windows</a:t>
          </a:r>
          <a:endParaRPr lang="fr-FR" dirty="0"/>
        </a:p>
      </dgm:t>
    </dgm:pt>
    <dgm:pt modelId="{C6D4C6BC-104F-4399-8266-3294E92EC5EC}" type="parTrans" cxnId="{1C9490CB-F564-458F-A43A-FEDC6C32B167}">
      <dgm:prSet/>
      <dgm:spPr/>
    </dgm:pt>
    <dgm:pt modelId="{9906289A-223B-4395-B7DC-05D672DD0304}" type="sibTrans" cxnId="{1C9490CB-F564-458F-A43A-FEDC6C32B167}">
      <dgm:prSet/>
      <dgm:spPr/>
    </dgm:pt>
    <dgm:pt modelId="{F6B64F16-7D19-4207-A44A-7103124C8049}">
      <dgm:prSet phldrT="[Texte]"/>
      <dgm:spPr/>
      <dgm:t>
        <a:bodyPr anchor="ctr"/>
        <a:lstStyle/>
        <a:p>
          <a:r>
            <a:rPr lang="fr-FR" b="0" i="0" smtClean="0"/>
            <a:t>Linux</a:t>
          </a:r>
          <a:r>
            <a:rPr lang="fr-FR" smtClean="0"/>
            <a:t/>
          </a:r>
          <a:br>
            <a:rPr lang="fr-FR" smtClean="0"/>
          </a:br>
          <a:r>
            <a:rPr lang="fr-FR" b="0" i="0" smtClean="0"/>
            <a:t>Windows</a:t>
          </a:r>
          <a:endParaRPr lang="fr-FR" dirty="0"/>
        </a:p>
      </dgm:t>
    </dgm:pt>
    <dgm:pt modelId="{223BD200-6E14-4256-ABF2-FC974D46311B}" type="parTrans" cxnId="{8DB286B6-2AD1-4134-A68C-347FD88A0C15}">
      <dgm:prSet/>
      <dgm:spPr/>
    </dgm:pt>
    <dgm:pt modelId="{DDBEA8F5-6CE3-4CEB-BB75-0563419D399F}" type="sibTrans" cxnId="{8DB286B6-2AD1-4134-A68C-347FD88A0C15}">
      <dgm:prSet/>
      <dgm:spPr/>
    </dgm:pt>
    <dgm:pt modelId="{45289AAA-AC4E-4A34-A55C-75B88779DDCA}" type="pres">
      <dgm:prSet presAssocID="{7AB270B4-0082-4C5A-9DE6-ADE4E7DAC9D5}" presName="Name0" presStyleCnt="0">
        <dgm:presLayoutVars>
          <dgm:dir/>
          <dgm:animLvl val="lvl"/>
          <dgm:resizeHandles val="exact"/>
        </dgm:presLayoutVars>
      </dgm:prSet>
      <dgm:spPr/>
      <dgm:t>
        <a:bodyPr/>
        <a:lstStyle/>
        <a:p>
          <a:endParaRPr lang="fr-FR"/>
        </a:p>
      </dgm:t>
    </dgm:pt>
    <dgm:pt modelId="{3252AD15-64BE-42E9-B6F3-5639FC99BC0E}" type="pres">
      <dgm:prSet presAssocID="{C5090B4F-C699-4065-9B5C-8F25B5D46B5E}" presName="composite" presStyleCnt="0"/>
      <dgm:spPr/>
    </dgm:pt>
    <dgm:pt modelId="{B43FCD1D-B9C4-43CC-99E6-2336E9ED0CAD}" type="pres">
      <dgm:prSet presAssocID="{C5090B4F-C699-4065-9B5C-8F25B5D46B5E}" presName="parTx" presStyleLbl="alignNode1" presStyleIdx="0" presStyleCnt="3">
        <dgm:presLayoutVars>
          <dgm:chMax val="0"/>
          <dgm:chPref val="0"/>
          <dgm:bulletEnabled val="1"/>
        </dgm:presLayoutVars>
      </dgm:prSet>
      <dgm:spPr/>
      <dgm:t>
        <a:bodyPr/>
        <a:lstStyle/>
        <a:p>
          <a:endParaRPr lang="fr-FR"/>
        </a:p>
      </dgm:t>
    </dgm:pt>
    <dgm:pt modelId="{19711FCE-51E6-4CAD-94FC-E5AF60BD5F0F}" type="pres">
      <dgm:prSet presAssocID="{C5090B4F-C699-4065-9B5C-8F25B5D46B5E}" presName="desTx" presStyleLbl="alignAccFollowNode1" presStyleIdx="0" presStyleCnt="3">
        <dgm:presLayoutVars>
          <dgm:bulletEnabled val="1"/>
        </dgm:presLayoutVars>
      </dgm:prSet>
      <dgm:spPr/>
      <dgm:t>
        <a:bodyPr/>
        <a:lstStyle/>
        <a:p>
          <a:endParaRPr lang="fr-FR"/>
        </a:p>
      </dgm:t>
    </dgm:pt>
    <dgm:pt modelId="{9F789EBB-8C06-4DBE-840B-6695BDECD83D}" type="pres">
      <dgm:prSet presAssocID="{7DB63908-0B10-420F-831B-86119A6F2B34}" presName="space" presStyleCnt="0"/>
      <dgm:spPr/>
    </dgm:pt>
    <dgm:pt modelId="{46767407-3E15-42A2-9C16-47E34B6E1344}" type="pres">
      <dgm:prSet presAssocID="{D263B497-0A04-4C5C-B572-5EE09586FDA8}" presName="composite" presStyleCnt="0"/>
      <dgm:spPr/>
    </dgm:pt>
    <dgm:pt modelId="{7225F847-7765-47A9-AB2F-22A97938D6F3}" type="pres">
      <dgm:prSet presAssocID="{D263B497-0A04-4C5C-B572-5EE09586FDA8}" presName="parTx" presStyleLbl="alignNode1" presStyleIdx="1" presStyleCnt="3">
        <dgm:presLayoutVars>
          <dgm:chMax val="0"/>
          <dgm:chPref val="0"/>
          <dgm:bulletEnabled val="1"/>
        </dgm:presLayoutVars>
      </dgm:prSet>
      <dgm:spPr/>
      <dgm:t>
        <a:bodyPr/>
        <a:lstStyle/>
        <a:p>
          <a:endParaRPr lang="fr-FR"/>
        </a:p>
      </dgm:t>
    </dgm:pt>
    <dgm:pt modelId="{373625B4-1AB4-493D-91C9-833B92502605}" type="pres">
      <dgm:prSet presAssocID="{D263B497-0A04-4C5C-B572-5EE09586FDA8}" presName="desTx" presStyleLbl="alignAccFollowNode1" presStyleIdx="1" presStyleCnt="3">
        <dgm:presLayoutVars>
          <dgm:bulletEnabled val="1"/>
        </dgm:presLayoutVars>
      </dgm:prSet>
      <dgm:spPr/>
      <dgm:t>
        <a:bodyPr/>
        <a:lstStyle/>
        <a:p>
          <a:endParaRPr lang="fr-FR"/>
        </a:p>
      </dgm:t>
    </dgm:pt>
    <dgm:pt modelId="{7319C558-C256-466A-ADCA-2F2ED5D942CB}" type="pres">
      <dgm:prSet presAssocID="{7E7CE795-114B-4FDE-A6C6-6D593CB68AAD}" presName="space" presStyleCnt="0"/>
      <dgm:spPr/>
    </dgm:pt>
    <dgm:pt modelId="{FD2EA343-0D9A-47E7-88D1-776AAA4A42F9}" type="pres">
      <dgm:prSet presAssocID="{30B3C593-70A3-45DF-9B21-57B2235A3A58}" presName="composite" presStyleCnt="0"/>
      <dgm:spPr/>
    </dgm:pt>
    <dgm:pt modelId="{D8334485-0084-4A6C-B4D6-7379760E09E2}" type="pres">
      <dgm:prSet presAssocID="{30B3C593-70A3-45DF-9B21-57B2235A3A58}" presName="parTx" presStyleLbl="alignNode1" presStyleIdx="2" presStyleCnt="3">
        <dgm:presLayoutVars>
          <dgm:chMax val="0"/>
          <dgm:chPref val="0"/>
          <dgm:bulletEnabled val="1"/>
        </dgm:presLayoutVars>
      </dgm:prSet>
      <dgm:spPr/>
      <dgm:t>
        <a:bodyPr/>
        <a:lstStyle/>
        <a:p>
          <a:endParaRPr lang="fr-FR"/>
        </a:p>
      </dgm:t>
    </dgm:pt>
    <dgm:pt modelId="{78908298-DBF0-48C0-AA25-632355F3A652}" type="pres">
      <dgm:prSet presAssocID="{30B3C593-70A3-45DF-9B21-57B2235A3A58}" presName="desTx" presStyleLbl="alignAccFollowNode1" presStyleIdx="2" presStyleCnt="3">
        <dgm:presLayoutVars>
          <dgm:bulletEnabled val="1"/>
        </dgm:presLayoutVars>
      </dgm:prSet>
      <dgm:spPr/>
      <dgm:t>
        <a:bodyPr/>
        <a:lstStyle/>
        <a:p>
          <a:endParaRPr lang="fr-FR"/>
        </a:p>
      </dgm:t>
    </dgm:pt>
  </dgm:ptLst>
  <dgm:cxnLst>
    <dgm:cxn modelId="{6FA1A7D8-D558-4D7C-B86B-79C55732357A}" srcId="{7AB270B4-0082-4C5A-9DE6-ADE4E7DAC9D5}" destId="{D263B497-0A04-4C5C-B572-5EE09586FDA8}" srcOrd="1" destOrd="0" parTransId="{E8134EA3-81F9-46F1-AC54-07393EE7951A}" sibTransId="{7E7CE795-114B-4FDE-A6C6-6D593CB68AAD}"/>
    <dgm:cxn modelId="{6ED8560C-AA48-4B4F-B681-8CBEAEE667AA}" type="presOf" srcId="{602FFBFE-3159-412D-8550-C36A199B4795}" destId="{373625B4-1AB4-493D-91C9-833B92502605}" srcOrd="0" destOrd="2" presId="urn:microsoft.com/office/officeart/2005/8/layout/hList1"/>
    <dgm:cxn modelId="{0FE10250-CF95-479A-8C11-8121F3418E90}" srcId="{30B3C593-70A3-45DF-9B21-57B2235A3A58}" destId="{4223EB65-7E66-4A51-BDD8-8758BEF25412}" srcOrd="0" destOrd="0" parTransId="{57372EA1-1F57-4F1A-8C8B-ACAC78C6511D}" sibTransId="{5FAFFFCD-1B28-477A-BD51-FD1B49E8F86F}"/>
    <dgm:cxn modelId="{A64CEB94-1901-4D99-A65E-4B4FDEDB93B8}" srcId="{30B3C593-70A3-45DF-9B21-57B2235A3A58}" destId="{62354740-042F-4ED0-94AA-1CDB4E3CA2D0}" srcOrd="3" destOrd="0" parTransId="{10994D7B-D2B4-44DE-A981-2CA807CC13C7}" sibTransId="{877FF94C-3D39-4923-BAA1-5F86B8D98240}"/>
    <dgm:cxn modelId="{5AC82A77-58F2-44F6-B35F-A5E13500A6EB}" srcId="{30B3C593-70A3-45DF-9B21-57B2235A3A58}" destId="{90AB6B03-5579-46DE-8E3B-4ED1DD151900}" srcOrd="1" destOrd="0" parTransId="{AB783D9B-A266-4B2D-817E-A37F6DDFB41F}" sibTransId="{A311FAB1-96FB-4D25-82C0-D44A6424B2D2}"/>
    <dgm:cxn modelId="{3472F486-DA43-4934-B4B3-C24493A7B2FD}" type="presOf" srcId="{4223EB65-7E66-4A51-BDD8-8758BEF25412}" destId="{78908298-DBF0-48C0-AA25-632355F3A652}" srcOrd="0" destOrd="0" presId="urn:microsoft.com/office/officeart/2005/8/layout/hList1"/>
    <dgm:cxn modelId="{AA4064DC-E56C-4025-B7E9-C62799F0918F}" srcId="{7AB270B4-0082-4C5A-9DE6-ADE4E7DAC9D5}" destId="{C5090B4F-C699-4065-9B5C-8F25B5D46B5E}" srcOrd="0" destOrd="0" parTransId="{8479FBE5-1165-40AF-AE61-2E12182B3F46}" sibTransId="{7DB63908-0B10-420F-831B-86119A6F2B34}"/>
    <dgm:cxn modelId="{3BA0D647-8C84-4C61-970D-33E14AF1491A}" type="presOf" srcId="{05BE33AC-33CA-45A0-85CA-29EA39D760A9}" destId="{19711FCE-51E6-4CAD-94FC-E5AF60BD5F0F}" srcOrd="0" destOrd="2" presId="urn:microsoft.com/office/officeart/2005/8/layout/hList1"/>
    <dgm:cxn modelId="{2C8A1A57-423E-4251-9ED8-B864E74CA917}" srcId="{7AB270B4-0082-4C5A-9DE6-ADE4E7DAC9D5}" destId="{30B3C593-70A3-45DF-9B21-57B2235A3A58}" srcOrd="2" destOrd="0" parTransId="{98BECF22-F5C6-4B6E-A555-ACA2C734BA48}" sibTransId="{C1215561-32CC-42DF-B93C-C3433DFC47E2}"/>
    <dgm:cxn modelId="{250C368A-6DEB-4236-8768-C9F0EC32014F}" srcId="{D263B497-0A04-4C5C-B572-5EE09586FDA8}" destId="{602FFBFE-3159-412D-8550-C36A199B4795}" srcOrd="2" destOrd="0" parTransId="{6044331C-5286-443D-8F0B-BCD53ECFF329}" sibTransId="{AE6C65C3-E73C-4D34-8489-E342183BB210}"/>
    <dgm:cxn modelId="{0A231881-BF6F-45AE-BEAB-FFF8AF61EA74}" type="presOf" srcId="{90AB6B03-5579-46DE-8E3B-4ED1DD151900}" destId="{78908298-DBF0-48C0-AA25-632355F3A652}" srcOrd="0" destOrd="1" presId="urn:microsoft.com/office/officeart/2005/8/layout/hList1"/>
    <dgm:cxn modelId="{34CB8726-E9BF-4A16-A9BA-C5A9D6268B3D}" type="presOf" srcId="{D263B497-0A04-4C5C-B572-5EE09586FDA8}" destId="{7225F847-7765-47A9-AB2F-22A97938D6F3}" srcOrd="0" destOrd="0" presId="urn:microsoft.com/office/officeart/2005/8/layout/hList1"/>
    <dgm:cxn modelId="{8DB286B6-2AD1-4134-A68C-347FD88A0C15}" srcId="{30B3C593-70A3-45DF-9B21-57B2235A3A58}" destId="{F6B64F16-7D19-4207-A44A-7103124C8049}" srcOrd="2" destOrd="0" parTransId="{223BD200-6E14-4256-ABF2-FC974D46311B}" sibTransId="{DDBEA8F5-6CE3-4CEB-BB75-0563419D399F}"/>
    <dgm:cxn modelId="{FAA5EF02-268D-4FA7-B05D-2982EF6A5D52}" type="presOf" srcId="{30B3C593-70A3-45DF-9B21-57B2235A3A58}" destId="{D8334485-0084-4A6C-B4D6-7379760E09E2}" srcOrd="0" destOrd="0" presId="urn:microsoft.com/office/officeart/2005/8/layout/hList1"/>
    <dgm:cxn modelId="{0D39BD31-4BE0-4AD8-88C8-1E723C4C2BEA}" type="presOf" srcId="{4A7CF226-1DC3-466C-AECE-87E4856ABF02}" destId="{19711FCE-51E6-4CAD-94FC-E5AF60BD5F0F}" srcOrd="0" destOrd="1" presId="urn:microsoft.com/office/officeart/2005/8/layout/hList1"/>
    <dgm:cxn modelId="{08CB73D2-3618-425C-9057-DA67CFF3F2F1}" srcId="{C5090B4F-C699-4065-9B5C-8F25B5D46B5E}" destId="{4A7CF226-1DC3-466C-AECE-87E4856ABF02}" srcOrd="1" destOrd="0" parTransId="{F371417F-A108-447F-AFAA-71DECB805F61}" sibTransId="{2A3FC63E-8660-4B7C-8234-01F70AF09B39}"/>
    <dgm:cxn modelId="{875A4BF5-A21D-42EC-BD96-73F965F05911}" type="presOf" srcId="{892AEAA3-A550-4C92-A61E-F586F63D1D50}" destId="{373625B4-1AB4-493D-91C9-833B92502605}" srcOrd="0" destOrd="1" presId="urn:microsoft.com/office/officeart/2005/8/layout/hList1"/>
    <dgm:cxn modelId="{D41E9600-DEE7-4966-821B-B3AF26268D1B}" type="presOf" srcId="{A861E1A9-2371-427C-8C4D-93BAE8980374}" destId="{78908298-DBF0-48C0-AA25-632355F3A652}" srcOrd="0" destOrd="4" presId="urn:microsoft.com/office/officeart/2005/8/layout/hList1"/>
    <dgm:cxn modelId="{1F2B84DA-4E7A-4C5D-9B0E-7CA98C2D782B}" srcId="{C5090B4F-C699-4065-9B5C-8F25B5D46B5E}" destId="{0F2B9A43-C8D5-4A38-AA9B-F34D308D5574}" srcOrd="0" destOrd="0" parTransId="{FBEBEE60-1FB4-4035-A92D-230386CCE015}" sibTransId="{4EF9334D-98BC-42EA-9F99-B530D57AE87C}"/>
    <dgm:cxn modelId="{47F264AC-97ED-4C75-88C0-D1B75569B7CF}" srcId="{D263B497-0A04-4C5C-B572-5EE09586FDA8}" destId="{892AEAA3-A550-4C92-A61E-F586F63D1D50}" srcOrd="1" destOrd="0" parTransId="{E74B3C63-B150-4233-ACD7-E2D90BE4D90E}" sibTransId="{275F03EB-2819-4591-B832-B01AE9463D18}"/>
    <dgm:cxn modelId="{73719079-F755-4458-AE87-A388A8631A46}" type="presOf" srcId="{F6B64F16-7D19-4207-A44A-7103124C8049}" destId="{78908298-DBF0-48C0-AA25-632355F3A652}" srcOrd="0" destOrd="2" presId="urn:microsoft.com/office/officeart/2005/8/layout/hList1"/>
    <dgm:cxn modelId="{10E9E1FF-9362-4EF3-9475-701758CCE8D3}" type="presOf" srcId="{C5090B4F-C699-4065-9B5C-8F25B5D46B5E}" destId="{B43FCD1D-B9C4-43CC-99E6-2336E9ED0CAD}" srcOrd="0" destOrd="0" presId="urn:microsoft.com/office/officeart/2005/8/layout/hList1"/>
    <dgm:cxn modelId="{8DBD2380-8D88-4D3B-9CBA-BAD22778990C}" type="presOf" srcId="{7C05687C-57DE-4C89-AE03-AFAD940BE79D}" destId="{373625B4-1AB4-493D-91C9-833B92502605}" srcOrd="0" destOrd="0" presId="urn:microsoft.com/office/officeart/2005/8/layout/hList1"/>
    <dgm:cxn modelId="{9923BCCB-33C9-44AB-8A3A-19B7547CABB8}" type="presOf" srcId="{7AB270B4-0082-4C5A-9DE6-ADE4E7DAC9D5}" destId="{45289AAA-AC4E-4A34-A55C-75B88779DDCA}" srcOrd="0" destOrd="0" presId="urn:microsoft.com/office/officeart/2005/8/layout/hList1"/>
    <dgm:cxn modelId="{3F4A5317-4757-4819-8B87-82132E6B1748}" srcId="{30B3C593-70A3-45DF-9B21-57B2235A3A58}" destId="{A861E1A9-2371-427C-8C4D-93BAE8980374}" srcOrd="4" destOrd="0" parTransId="{0724FB41-55BA-4790-AB51-2C68D884A2BD}" sibTransId="{64FC5E86-BB32-41DF-80DE-2A6889D2A88B}"/>
    <dgm:cxn modelId="{9BCC2A6C-4919-4349-8D52-EBC7AC1551CD}" type="presOf" srcId="{62354740-042F-4ED0-94AA-1CDB4E3CA2D0}" destId="{78908298-DBF0-48C0-AA25-632355F3A652}" srcOrd="0" destOrd="3" presId="urn:microsoft.com/office/officeart/2005/8/layout/hList1"/>
    <dgm:cxn modelId="{8B1B38AC-CFCB-4240-B117-ED3CB5409339}" type="presOf" srcId="{0F2B9A43-C8D5-4A38-AA9B-F34D308D5574}" destId="{19711FCE-51E6-4CAD-94FC-E5AF60BD5F0F}" srcOrd="0" destOrd="0" presId="urn:microsoft.com/office/officeart/2005/8/layout/hList1"/>
    <dgm:cxn modelId="{C98B13F1-FF41-4B53-A259-7DA9D3D2B859}" srcId="{D263B497-0A04-4C5C-B572-5EE09586FDA8}" destId="{7C05687C-57DE-4C89-AE03-AFAD940BE79D}" srcOrd="0" destOrd="0" parTransId="{DA4EAB7B-57B1-4186-B59E-5A97875C5A89}" sibTransId="{90652CE2-99CB-4815-9889-35BE0D41D1DC}"/>
    <dgm:cxn modelId="{1C9490CB-F564-458F-A43A-FEDC6C32B167}" srcId="{C5090B4F-C699-4065-9B5C-8F25B5D46B5E}" destId="{05BE33AC-33CA-45A0-85CA-29EA39D760A9}" srcOrd="2" destOrd="0" parTransId="{C6D4C6BC-104F-4399-8266-3294E92EC5EC}" sibTransId="{9906289A-223B-4395-B7DC-05D672DD0304}"/>
    <dgm:cxn modelId="{48A92DBE-F1E7-4FF1-B7BC-F2FFF26D4249}" type="presParOf" srcId="{45289AAA-AC4E-4A34-A55C-75B88779DDCA}" destId="{3252AD15-64BE-42E9-B6F3-5639FC99BC0E}" srcOrd="0" destOrd="0" presId="urn:microsoft.com/office/officeart/2005/8/layout/hList1"/>
    <dgm:cxn modelId="{9F8BEC5B-4E5F-4859-A817-438AF077D122}" type="presParOf" srcId="{3252AD15-64BE-42E9-B6F3-5639FC99BC0E}" destId="{B43FCD1D-B9C4-43CC-99E6-2336E9ED0CAD}" srcOrd="0" destOrd="0" presId="urn:microsoft.com/office/officeart/2005/8/layout/hList1"/>
    <dgm:cxn modelId="{DA540C40-B715-4A01-A027-3D559FD6248E}" type="presParOf" srcId="{3252AD15-64BE-42E9-B6F3-5639FC99BC0E}" destId="{19711FCE-51E6-4CAD-94FC-E5AF60BD5F0F}" srcOrd="1" destOrd="0" presId="urn:microsoft.com/office/officeart/2005/8/layout/hList1"/>
    <dgm:cxn modelId="{6C1E4E22-5575-44C0-851A-0617494B89C2}" type="presParOf" srcId="{45289AAA-AC4E-4A34-A55C-75B88779DDCA}" destId="{9F789EBB-8C06-4DBE-840B-6695BDECD83D}" srcOrd="1" destOrd="0" presId="urn:microsoft.com/office/officeart/2005/8/layout/hList1"/>
    <dgm:cxn modelId="{FE6C1BB9-8504-4DA5-8BAB-C483D6D4FAF3}" type="presParOf" srcId="{45289AAA-AC4E-4A34-A55C-75B88779DDCA}" destId="{46767407-3E15-42A2-9C16-47E34B6E1344}" srcOrd="2" destOrd="0" presId="urn:microsoft.com/office/officeart/2005/8/layout/hList1"/>
    <dgm:cxn modelId="{C7179BCA-8CB0-466C-8C25-91A70F1B009B}" type="presParOf" srcId="{46767407-3E15-42A2-9C16-47E34B6E1344}" destId="{7225F847-7765-47A9-AB2F-22A97938D6F3}" srcOrd="0" destOrd="0" presId="urn:microsoft.com/office/officeart/2005/8/layout/hList1"/>
    <dgm:cxn modelId="{68AFF133-88B3-4037-B45C-FA88E2E4AB14}" type="presParOf" srcId="{46767407-3E15-42A2-9C16-47E34B6E1344}" destId="{373625B4-1AB4-493D-91C9-833B92502605}" srcOrd="1" destOrd="0" presId="urn:microsoft.com/office/officeart/2005/8/layout/hList1"/>
    <dgm:cxn modelId="{AC14ED94-2CE1-4426-8C3B-110072052A04}" type="presParOf" srcId="{45289AAA-AC4E-4A34-A55C-75B88779DDCA}" destId="{7319C558-C256-466A-ADCA-2F2ED5D942CB}" srcOrd="3" destOrd="0" presId="urn:microsoft.com/office/officeart/2005/8/layout/hList1"/>
    <dgm:cxn modelId="{87E281B0-B2A4-4D11-B78B-22A415D01CD6}" type="presParOf" srcId="{45289AAA-AC4E-4A34-A55C-75B88779DDCA}" destId="{FD2EA343-0D9A-47E7-88D1-776AAA4A42F9}" srcOrd="4" destOrd="0" presId="urn:microsoft.com/office/officeart/2005/8/layout/hList1"/>
    <dgm:cxn modelId="{EDB8DDB7-8BDC-4652-8F18-444382A05B0C}" type="presParOf" srcId="{FD2EA343-0D9A-47E7-88D1-776AAA4A42F9}" destId="{D8334485-0084-4A6C-B4D6-7379760E09E2}" srcOrd="0" destOrd="0" presId="urn:microsoft.com/office/officeart/2005/8/layout/hList1"/>
    <dgm:cxn modelId="{CA152060-FA0A-40AA-8AA2-544DE200690C}" type="presParOf" srcId="{FD2EA343-0D9A-47E7-88D1-776AAA4A42F9}" destId="{78908298-DBF0-48C0-AA25-632355F3A652}" srcOrd="1" destOrd="0" presId="urn:microsoft.com/office/officeart/2005/8/layout/hList1"/>
  </dgm:cxnLst>
  <dgm:bg/>
  <dgm:whole/>
</dgm:dataModel>
</file>

<file path=ppt/diagrams/data5.xml><?xml version="1.0" encoding="utf-8"?>
<dgm:dataModel xmlns:dgm="http://schemas.openxmlformats.org/drawingml/2006/diagram" xmlns:a="http://schemas.openxmlformats.org/drawingml/2006/main">
  <dgm:ptLst>
    <dgm:pt modelId="{56580BDC-69D2-4DB2-8923-A4B2B8C57A2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fr-FR"/>
        </a:p>
      </dgm:t>
    </dgm:pt>
    <dgm:pt modelId="{4B03216C-ED66-459E-B37E-761F104334A7}">
      <dgm:prSet phldrT="[Texte]"/>
      <dgm:spPr/>
      <dgm:t>
        <a:bodyPr/>
        <a:lstStyle/>
        <a:p>
          <a:r>
            <a:rPr lang="fr-FR" b="0" i="0" dirty="0" smtClean="0"/>
            <a:t>MySQL</a:t>
          </a:r>
          <a:endParaRPr lang="fr-FR" dirty="0"/>
        </a:p>
      </dgm:t>
    </dgm:pt>
    <dgm:pt modelId="{6438FC76-CB05-4C8F-A315-6158BF0B9EBE}" type="parTrans" cxnId="{C18BC541-B757-4B4D-9F12-A0DCE1904FBA}">
      <dgm:prSet/>
      <dgm:spPr/>
      <dgm:t>
        <a:bodyPr/>
        <a:lstStyle/>
        <a:p>
          <a:endParaRPr lang="fr-FR"/>
        </a:p>
      </dgm:t>
    </dgm:pt>
    <dgm:pt modelId="{412533D6-7B90-4FD8-B92F-47AC02CE9067}" type="sibTrans" cxnId="{C18BC541-B757-4B4D-9F12-A0DCE1904FBA}">
      <dgm:prSet/>
      <dgm:spPr/>
      <dgm:t>
        <a:bodyPr/>
        <a:lstStyle/>
        <a:p>
          <a:endParaRPr lang="fr-FR"/>
        </a:p>
      </dgm:t>
    </dgm:pt>
    <dgm:pt modelId="{EF1A7366-4014-4A78-A284-C0DBD50C610A}">
      <dgm:prSet phldrT="[Texte]"/>
      <dgm:spPr/>
      <dgm:t>
        <a:bodyPr/>
        <a:lstStyle/>
        <a:p>
          <a:r>
            <a:rPr lang="fr-FR" b="0" i="0" dirty="0" smtClean="0"/>
            <a:t>Ada   C</a:t>
          </a:r>
          <a:r>
            <a:rPr lang="fr-FR" dirty="0" smtClean="0"/>
            <a:t/>
          </a:r>
          <a:br>
            <a:rPr lang="fr-FR" dirty="0" smtClean="0"/>
          </a:br>
          <a:r>
            <a:rPr lang="fr-FR" b="0" i="0" dirty="0" smtClean="0"/>
            <a:t>C#</a:t>
          </a:r>
          <a:r>
            <a:rPr lang="fr-FR" dirty="0" smtClean="0"/>
            <a:t/>
          </a:r>
          <a:br>
            <a:rPr lang="fr-FR" dirty="0" smtClean="0"/>
          </a:br>
          <a:r>
            <a:rPr lang="fr-FR" b="0" i="0" dirty="0" smtClean="0"/>
            <a:t>C++</a:t>
          </a:r>
          <a:r>
            <a:rPr lang="fr-FR" dirty="0" smtClean="0"/>
            <a:t/>
          </a:r>
          <a:br>
            <a:rPr lang="fr-FR" dirty="0" smtClean="0"/>
          </a:br>
          <a:r>
            <a:rPr lang="fr-FR" b="0" i="0" dirty="0" smtClean="0"/>
            <a:t>D</a:t>
          </a:r>
          <a:r>
            <a:rPr lang="fr-FR" dirty="0" smtClean="0"/>
            <a:t/>
          </a:r>
          <a:br>
            <a:rPr lang="fr-FR" dirty="0" smtClean="0"/>
          </a:br>
          <a:r>
            <a:rPr lang="fr-FR" b="0" i="0" dirty="0" smtClean="0"/>
            <a:t>Delphi</a:t>
          </a:r>
          <a:r>
            <a:rPr lang="fr-FR" dirty="0" smtClean="0"/>
            <a:t/>
          </a:r>
          <a:br>
            <a:rPr lang="fr-FR" dirty="0" smtClean="0"/>
          </a:br>
          <a:r>
            <a:rPr lang="fr-FR" b="0" i="0" dirty="0" smtClean="0"/>
            <a:t>Eiffel</a:t>
          </a:r>
          <a:r>
            <a:rPr lang="fr-FR" dirty="0" smtClean="0"/>
            <a:t/>
          </a:r>
          <a:br>
            <a:rPr lang="fr-FR" dirty="0" smtClean="0"/>
          </a:br>
          <a:r>
            <a:rPr lang="fr-FR" b="0" i="0" dirty="0" smtClean="0"/>
            <a:t>Erlang</a:t>
          </a:r>
          <a:r>
            <a:rPr lang="fr-FR" dirty="0" smtClean="0"/>
            <a:t/>
          </a:r>
          <a:br>
            <a:rPr lang="fr-FR" dirty="0" smtClean="0"/>
          </a:br>
          <a:r>
            <a:rPr lang="fr-FR" b="0" i="0" dirty="0" err="1" smtClean="0"/>
            <a:t>Haskell</a:t>
          </a:r>
          <a:r>
            <a:rPr lang="fr-FR" dirty="0" smtClean="0"/>
            <a:t/>
          </a:r>
          <a:br>
            <a:rPr lang="fr-FR" dirty="0" smtClean="0"/>
          </a:br>
          <a:r>
            <a:rPr lang="fr-FR" b="0" i="0" dirty="0" smtClean="0"/>
            <a:t>Java</a:t>
          </a:r>
          <a:r>
            <a:rPr lang="fr-FR" dirty="0" smtClean="0"/>
            <a:t/>
          </a:r>
          <a:br>
            <a:rPr lang="fr-FR" dirty="0" smtClean="0"/>
          </a:br>
          <a:r>
            <a:rPr lang="fr-FR" b="0" i="0" dirty="0" smtClean="0"/>
            <a:t>JavaScript (Node.js)</a:t>
          </a:r>
          <a:r>
            <a:rPr lang="fr-FR" dirty="0" smtClean="0"/>
            <a:t/>
          </a:r>
          <a:br>
            <a:rPr lang="fr-FR" dirty="0" smtClean="0"/>
          </a:br>
          <a:r>
            <a:rPr lang="fr-FR" b="0" i="0" dirty="0" smtClean="0"/>
            <a:t>Objective-C</a:t>
          </a:r>
          <a:r>
            <a:rPr lang="fr-FR" dirty="0" smtClean="0"/>
            <a:t/>
          </a:r>
          <a:br>
            <a:rPr lang="fr-FR" dirty="0" smtClean="0"/>
          </a:br>
          <a:r>
            <a:rPr lang="fr-FR" b="0" i="0" dirty="0" err="1" smtClean="0"/>
            <a:t>OCaml</a:t>
          </a:r>
          <a:r>
            <a:rPr lang="fr-FR" dirty="0" smtClean="0"/>
            <a:t/>
          </a:r>
          <a:br>
            <a:rPr lang="fr-FR" dirty="0" smtClean="0"/>
          </a:br>
          <a:r>
            <a:rPr lang="fr-FR" b="0" i="0" dirty="0" smtClean="0"/>
            <a:t>Perl</a:t>
          </a:r>
          <a:r>
            <a:rPr lang="fr-FR" dirty="0" smtClean="0"/>
            <a:t/>
          </a:r>
          <a:br>
            <a:rPr lang="fr-FR" dirty="0" smtClean="0"/>
          </a:br>
          <a:r>
            <a:rPr lang="fr-FR" b="0" i="0" dirty="0" smtClean="0"/>
            <a:t>PHP</a:t>
          </a:r>
          <a:r>
            <a:rPr lang="fr-FR" dirty="0" smtClean="0"/>
            <a:t/>
          </a:r>
          <a:br>
            <a:rPr lang="fr-FR" dirty="0" smtClean="0"/>
          </a:br>
          <a:r>
            <a:rPr lang="fr-FR" b="0" i="0" dirty="0" smtClean="0"/>
            <a:t>Python</a:t>
          </a:r>
          <a:r>
            <a:rPr lang="fr-FR" dirty="0" smtClean="0"/>
            <a:t/>
          </a:r>
          <a:br>
            <a:rPr lang="fr-FR" dirty="0" smtClean="0"/>
          </a:br>
          <a:r>
            <a:rPr lang="fr-FR" b="0" i="0" dirty="0" smtClean="0"/>
            <a:t>Ruby</a:t>
          </a:r>
          <a:r>
            <a:rPr lang="fr-FR" dirty="0" smtClean="0"/>
            <a:t/>
          </a:r>
          <a:br>
            <a:rPr lang="fr-FR" dirty="0" smtClean="0"/>
          </a:br>
          <a:r>
            <a:rPr lang="fr-FR" b="0" i="0" dirty="0" err="1" smtClean="0"/>
            <a:t>Scheme</a:t>
          </a:r>
          <a:r>
            <a:rPr lang="fr-FR" dirty="0" smtClean="0"/>
            <a:t/>
          </a:r>
          <a:br>
            <a:rPr lang="fr-FR" dirty="0" smtClean="0"/>
          </a:br>
          <a:r>
            <a:rPr lang="fr-FR" b="0" i="0" dirty="0" err="1" smtClean="0"/>
            <a:t>Tcl</a:t>
          </a:r>
          <a:endParaRPr lang="fr-FR" dirty="0"/>
        </a:p>
      </dgm:t>
    </dgm:pt>
    <dgm:pt modelId="{D8DDC550-A634-4F02-B78F-B9DE50520117}" type="parTrans" cxnId="{946AE58E-101E-4269-836F-2688F104D9A7}">
      <dgm:prSet/>
      <dgm:spPr/>
      <dgm:t>
        <a:bodyPr/>
        <a:lstStyle/>
        <a:p>
          <a:endParaRPr lang="fr-FR"/>
        </a:p>
      </dgm:t>
    </dgm:pt>
    <dgm:pt modelId="{C36C2AF2-D9D9-43F7-82FB-D5498DCE1BEE}" type="sibTrans" cxnId="{946AE58E-101E-4269-836F-2688F104D9A7}">
      <dgm:prSet/>
      <dgm:spPr/>
      <dgm:t>
        <a:bodyPr/>
        <a:lstStyle/>
        <a:p>
          <a:endParaRPr lang="fr-FR"/>
        </a:p>
      </dgm:t>
    </dgm:pt>
    <dgm:pt modelId="{30C77E8B-614D-46FF-AC3A-DF89F03A3349}">
      <dgm:prSet phldrT="[Texte]"/>
      <dgm:spPr/>
      <dgm:t>
        <a:bodyPr/>
        <a:lstStyle/>
        <a:p>
          <a:r>
            <a:rPr lang="fr-FR" b="0" i="0" dirty="0" err="1" smtClean="0"/>
            <a:t>PostgreSQL</a:t>
          </a:r>
          <a:endParaRPr lang="fr-FR" dirty="0"/>
        </a:p>
      </dgm:t>
    </dgm:pt>
    <dgm:pt modelId="{70F8F230-9043-4DA5-A821-CEFA7889DDA9}" type="parTrans" cxnId="{6AB1377A-F85D-4A98-914A-9EE8A87FC58C}">
      <dgm:prSet/>
      <dgm:spPr/>
      <dgm:t>
        <a:bodyPr/>
        <a:lstStyle/>
        <a:p>
          <a:endParaRPr lang="fr-FR"/>
        </a:p>
      </dgm:t>
    </dgm:pt>
    <dgm:pt modelId="{399C01F1-C73E-48E7-9B29-C1ECE11073E4}" type="sibTrans" cxnId="{6AB1377A-F85D-4A98-914A-9EE8A87FC58C}">
      <dgm:prSet/>
      <dgm:spPr/>
      <dgm:t>
        <a:bodyPr/>
        <a:lstStyle/>
        <a:p>
          <a:endParaRPr lang="fr-FR"/>
        </a:p>
      </dgm:t>
    </dgm:pt>
    <dgm:pt modelId="{1BEA07D1-95C0-4ADA-B971-F434EF70018C}">
      <dgm:prSet phldrT="[Texte]"/>
      <dgm:spPr/>
      <dgm:t>
        <a:bodyPr/>
        <a:lstStyle/>
        <a:p>
          <a:r>
            <a:rPr lang="fr-FR" b="0" i="0" dirty="0" smtClean="0"/>
            <a:t>.Net</a:t>
          </a:r>
          <a:r>
            <a:rPr lang="fr-FR" dirty="0" smtClean="0"/>
            <a:t/>
          </a:r>
          <a:br>
            <a:rPr lang="fr-FR" dirty="0" smtClean="0"/>
          </a:br>
          <a:r>
            <a:rPr lang="fr-FR" b="0" i="0" dirty="0" smtClean="0"/>
            <a:t>C</a:t>
          </a:r>
          <a:r>
            <a:rPr lang="fr-FR" dirty="0" smtClean="0"/>
            <a:t/>
          </a:r>
          <a:br>
            <a:rPr lang="fr-FR" dirty="0" smtClean="0"/>
          </a:br>
          <a:r>
            <a:rPr lang="fr-FR" b="0" i="0" dirty="0" smtClean="0"/>
            <a:t>C++</a:t>
          </a:r>
          <a:r>
            <a:rPr lang="fr-FR" dirty="0" smtClean="0"/>
            <a:t/>
          </a:r>
          <a:br>
            <a:rPr lang="fr-FR" dirty="0" smtClean="0"/>
          </a:br>
          <a:r>
            <a:rPr lang="fr-FR" b="0" i="0" dirty="0" smtClean="0"/>
            <a:t>Delphi</a:t>
          </a:r>
          <a:r>
            <a:rPr lang="fr-FR" dirty="0" smtClean="0"/>
            <a:t/>
          </a:r>
          <a:br>
            <a:rPr lang="fr-FR" dirty="0" smtClean="0"/>
          </a:br>
          <a:r>
            <a:rPr lang="fr-FR" b="0" i="0" dirty="0" smtClean="0"/>
            <a:t>Java </a:t>
          </a:r>
          <a:r>
            <a:rPr lang="fr-FR" dirty="0" smtClean="0"/>
            <a:t/>
          </a:r>
          <a:br>
            <a:rPr lang="fr-FR" dirty="0" smtClean="0"/>
          </a:br>
          <a:r>
            <a:rPr lang="fr-FR" b="0" i="0" dirty="0" smtClean="0"/>
            <a:t>JavaScript (Node.js)</a:t>
          </a:r>
          <a:r>
            <a:rPr lang="fr-FR" dirty="0" smtClean="0"/>
            <a:t/>
          </a:r>
          <a:br>
            <a:rPr lang="fr-FR" dirty="0" smtClean="0"/>
          </a:br>
          <a:r>
            <a:rPr lang="fr-FR" b="0" i="0" dirty="0" smtClean="0"/>
            <a:t>Perl</a:t>
          </a:r>
          <a:r>
            <a:rPr lang="fr-FR" dirty="0" smtClean="0"/>
            <a:t/>
          </a:r>
          <a:br>
            <a:rPr lang="fr-FR" dirty="0" smtClean="0"/>
          </a:br>
          <a:r>
            <a:rPr lang="fr-FR" b="0" i="0" dirty="0" smtClean="0"/>
            <a:t>PHP</a:t>
          </a:r>
          <a:r>
            <a:rPr lang="fr-FR" dirty="0" smtClean="0"/>
            <a:t/>
          </a:r>
          <a:br>
            <a:rPr lang="fr-FR" dirty="0" smtClean="0"/>
          </a:br>
          <a:r>
            <a:rPr lang="fr-FR" b="0" i="0" dirty="0" smtClean="0"/>
            <a:t>Python</a:t>
          </a:r>
          <a:r>
            <a:rPr lang="fr-FR" dirty="0" smtClean="0"/>
            <a:t/>
          </a:r>
          <a:br>
            <a:rPr lang="fr-FR" dirty="0" smtClean="0"/>
          </a:br>
          <a:r>
            <a:rPr lang="fr-FR" b="0" i="0" dirty="0" err="1" smtClean="0"/>
            <a:t>Tcl</a:t>
          </a:r>
          <a:endParaRPr lang="fr-FR" dirty="0"/>
        </a:p>
      </dgm:t>
    </dgm:pt>
    <dgm:pt modelId="{68AB245A-072C-44A4-BC19-FF1185ECFFAE}" type="parTrans" cxnId="{D6D74C80-A17E-48ED-9D54-08CB37E9AB33}">
      <dgm:prSet/>
      <dgm:spPr/>
      <dgm:t>
        <a:bodyPr/>
        <a:lstStyle/>
        <a:p>
          <a:endParaRPr lang="fr-FR"/>
        </a:p>
      </dgm:t>
    </dgm:pt>
    <dgm:pt modelId="{8DF4F5B2-21DD-40CA-8088-F7688B726E62}" type="sibTrans" cxnId="{D6D74C80-A17E-48ED-9D54-08CB37E9AB33}">
      <dgm:prSet/>
      <dgm:spPr/>
      <dgm:t>
        <a:bodyPr/>
        <a:lstStyle/>
        <a:p>
          <a:endParaRPr lang="fr-FR"/>
        </a:p>
      </dgm:t>
    </dgm:pt>
    <dgm:pt modelId="{F5E6D17C-2026-4501-83FA-4FC64B2D104D}">
      <dgm:prSet phldrT="[Texte]"/>
      <dgm:spPr/>
      <dgm:t>
        <a:bodyPr/>
        <a:lstStyle/>
        <a:p>
          <a:r>
            <a:rPr lang="fr-FR" b="0" i="0" dirty="0" smtClean="0"/>
            <a:t>SQL SERVER </a:t>
          </a:r>
          <a:endParaRPr lang="fr-FR" dirty="0"/>
        </a:p>
      </dgm:t>
    </dgm:pt>
    <dgm:pt modelId="{07E0E9AD-4B1D-40E0-9FE7-F96496776350}" type="parTrans" cxnId="{4BEFEB23-3526-4937-84D9-A3A6462612CA}">
      <dgm:prSet/>
      <dgm:spPr/>
      <dgm:t>
        <a:bodyPr/>
        <a:lstStyle/>
        <a:p>
          <a:endParaRPr lang="fr-FR"/>
        </a:p>
      </dgm:t>
    </dgm:pt>
    <dgm:pt modelId="{3A061279-F8F7-409F-A2F7-5AD50B4DA821}" type="sibTrans" cxnId="{4BEFEB23-3526-4937-84D9-A3A6462612CA}">
      <dgm:prSet/>
      <dgm:spPr/>
      <dgm:t>
        <a:bodyPr/>
        <a:lstStyle/>
        <a:p>
          <a:endParaRPr lang="fr-FR"/>
        </a:p>
      </dgm:t>
    </dgm:pt>
    <dgm:pt modelId="{B353CBB9-3205-4FE2-B830-09A1BF574D92}">
      <dgm:prSet phldrT="[Texte]"/>
      <dgm:spPr/>
      <dgm:t>
        <a:bodyPr/>
        <a:lstStyle/>
        <a:p>
          <a:r>
            <a:rPr lang="fr-FR" b="0" i="0" dirty="0" smtClean="0"/>
            <a:t>C#</a:t>
          </a:r>
          <a:r>
            <a:rPr lang="fr-FR" dirty="0" smtClean="0"/>
            <a:t/>
          </a:r>
          <a:br>
            <a:rPr lang="fr-FR" dirty="0" smtClean="0"/>
          </a:br>
          <a:r>
            <a:rPr lang="fr-FR" b="0" i="0" dirty="0" smtClean="0"/>
            <a:t>C++</a:t>
          </a:r>
          <a:r>
            <a:rPr lang="fr-FR" dirty="0" smtClean="0"/>
            <a:t/>
          </a:r>
          <a:br>
            <a:rPr lang="fr-FR" dirty="0" smtClean="0"/>
          </a:br>
          <a:r>
            <a:rPr lang="fr-FR" b="0" i="0" dirty="0" smtClean="0"/>
            <a:t>Delphi</a:t>
          </a:r>
          <a:r>
            <a:rPr lang="fr-FR" dirty="0" smtClean="0"/>
            <a:t/>
          </a:r>
          <a:br>
            <a:rPr lang="fr-FR" dirty="0" smtClean="0"/>
          </a:br>
          <a:r>
            <a:rPr lang="fr-FR" b="0" i="0" dirty="0" smtClean="0"/>
            <a:t>Go</a:t>
          </a:r>
          <a:r>
            <a:rPr lang="fr-FR" dirty="0" smtClean="0"/>
            <a:t/>
          </a:r>
          <a:br>
            <a:rPr lang="fr-FR" dirty="0" smtClean="0"/>
          </a:br>
          <a:r>
            <a:rPr lang="fr-FR" b="0" i="0" dirty="0" smtClean="0"/>
            <a:t>Java</a:t>
          </a:r>
          <a:r>
            <a:rPr lang="fr-FR" dirty="0" smtClean="0"/>
            <a:t/>
          </a:r>
          <a:br>
            <a:rPr lang="fr-FR" dirty="0" smtClean="0"/>
          </a:br>
          <a:r>
            <a:rPr lang="fr-FR" b="0" i="0" dirty="0" smtClean="0"/>
            <a:t>JavaScript (Node.js)</a:t>
          </a:r>
          <a:r>
            <a:rPr lang="fr-FR" dirty="0" smtClean="0"/>
            <a:t/>
          </a:r>
          <a:br>
            <a:rPr lang="fr-FR" dirty="0" smtClean="0"/>
          </a:br>
          <a:r>
            <a:rPr lang="fr-FR" b="0" i="0" dirty="0" smtClean="0"/>
            <a:t>PHP</a:t>
          </a:r>
          <a:r>
            <a:rPr lang="fr-FR" dirty="0" smtClean="0"/>
            <a:t/>
          </a:r>
          <a:br>
            <a:rPr lang="fr-FR" dirty="0" smtClean="0"/>
          </a:br>
          <a:r>
            <a:rPr lang="fr-FR" b="0" i="0" dirty="0" smtClean="0"/>
            <a:t>Python</a:t>
          </a:r>
          <a:r>
            <a:rPr lang="fr-FR" dirty="0" smtClean="0"/>
            <a:t/>
          </a:r>
          <a:br>
            <a:rPr lang="fr-FR" dirty="0" smtClean="0"/>
          </a:br>
          <a:r>
            <a:rPr lang="fr-FR" b="0" i="0" dirty="0" smtClean="0"/>
            <a:t>R</a:t>
          </a:r>
          <a:r>
            <a:rPr lang="fr-FR" dirty="0" smtClean="0"/>
            <a:t/>
          </a:r>
          <a:br>
            <a:rPr lang="fr-FR" dirty="0" smtClean="0"/>
          </a:br>
          <a:r>
            <a:rPr lang="fr-FR" b="0" i="0" dirty="0" smtClean="0"/>
            <a:t>Ruby</a:t>
          </a:r>
          <a:r>
            <a:rPr lang="fr-FR" dirty="0" smtClean="0"/>
            <a:t/>
          </a:r>
          <a:br>
            <a:rPr lang="fr-FR" dirty="0" smtClean="0"/>
          </a:br>
          <a:r>
            <a:rPr lang="fr-FR" b="0" i="0" dirty="0" smtClean="0"/>
            <a:t>Visual Basic</a:t>
          </a:r>
          <a:endParaRPr lang="fr-FR" dirty="0"/>
        </a:p>
      </dgm:t>
    </dgm:pt>
    <dgm:pt modelId="{536869CF-B9EE-4AB6-AA9D-F57D4084CD9E}" type="parTrans" cxnId="{360DF458-2C02-4654-88EA-D75C47FA7954}">
      <dgm:prSet/>
      <dgm:spPr/>
      <dgm:t>
        <a:bodyPr/>
        <a:lstStyle/>
        <a:p>
          <a:endParaRPr lang="fr-FR"/>
        </a:p>
      </dgm:t>
    </dgm:pt>
    <dgm:pt modelId="{599DF46D-D310-4E17-8F55-773ACE641FE1}" type="sibTrans" cxnId="{360DF458-2C02-4654-88EA-D75C47FA7954}">
      <dgm:prSet/>
      <dgm:spPr/>
      <dgm:t>
        <a:bodyPr/>
        <a:lstStyle/>
        <a:p>
          <a:endParaRPr lang="fr-FR"/>
        </a:p>
      </dgm:t>
    </dgm:pt>
    <dgm:pt modelId="{7468028A-4E88-4595-985C-77246E54D4FD}" type="pres">
      <dgm:prSet presAssocID="{56580BDC-69D2-4DB2-8923-A4B2B8C57A21}" presName="Name0" presStyleCnt="0">
        <dgm:presLayoutVars>
          <dgm:dir/>
          <dgm:animLvl val="lvl"/>
          <dgm:resizeHandles val="exact"/>
        </dgm:presLayoutVars>
      </dgm:prSet>
      <dgm:spPr/>
    </dgm:pt>
    <dgm:pt modelId="{FA049C49-9883-441C-AC35-A51D1570B213}" type="pres">
      <dgm:prSet presAssocID="{4B03216C-ED66-459E-B37E-761F104334A7}" presName="composite" presStyleCnt="0"/>
      <dgm:spPr/>
    </dgm:pt>
    <dgm:pt modelId="{62023A66-CA0E-44F4-85CC-0C4AAA6CB80A}" type="pres">
      <dgm:prSet presAssocID="{4B03216C-ED66-459E-B37E-761F104334A7}" presName="parTx" presStyleLbl="alignNode1" presStyleIdx="0" presStyleCnt="3">
        <dgm:presLayoutVars>
          <dgm:chMax val="0"/>
          <dgm:chPref val="0"/>
          <dgm:bulletEnabled val="1"/>
        </dgm:presLayoutVars>
      </dgm:prSet>
      <dgm:spPr/>
      <dgm:t>
        <a:bodyPr/>
        <a:lstStyle/>
        <a:p>
          <a:endParaRPr lang="fr-FR"/>
        </a:p>
      </dgm:t>
    </dgm:pt>
    <dgm:pt modelId="{DC36E66A-96A5-4E0A-9BAB-2B112E9AE86D}" type="pres">
      <dgm:prSet presAssocID="{4B03216C-ED66-459E-B37E-761F104334A7}" presName="desTx" presStyleLbl="alignAccFollowNode1" presStyleIdx="0" presStyleCnt="3">
        <dgm:presLayoutVars>
          <dgm:bulletEnabled val="1"/>
        </dgm:presLayoutVars>
      </dgm:prSet>
      <dgm:spPr/>
      <dgm:t>
        <a:bodyPr/>
        <a:lstStyle/>
        <a:p>
          <a:endParaRPr lang="fr-FR"/>
        </a:p>
      </dgm:t>
    </dgm:pt>
    <dgm:pt modelId="{EB9E27D1-BA65-42AC-B854-DA0E6C1784BE}" type="pres">
      <dgm:prSet presAssocID="{412533D6-7B90-4FD8-B92F-47AC02CE9067}" presName="space" presStyleCnt="0"/>
      <dgm:spPr/>
    </dgm:pt>
    <dgm:pt modelId="{93C617C3-3897-4324-B786-57EF250A0AA9}" type="pres">
      <dgm:prSet presAssocID="{30C77E8B-614D-46FF-AC3A-DF89F03A3349}" presName="composite" presStyleCnt="0"/>
      <dgm:spPr/>
    </dgm:pt>
    <dgm:pt modelId="{3C164009-53F4-4DC0-910F-B4834EEA5E11}" type="pres">
      <dgm:prSet presAssocID="{30C77E8B-614D-46FF-AC3A-DF89F03A3349}" presName="parTx" presStyleLbl="alignNode1" presStyleIdx="1" presStyleCnt="3">
        <dgm:presLayoutVars>
          <dgm:chMax val="0"/>
          <dgm:chPref val="0"/>
          <dgm:bulletEnabled val="1"/>
        </dgm:presLayoutVars>
      </dgm:prSet>
      <dgm:spPr/>
      <dgm:t>
        <a:bodyPr/>
        <a:lstStyle/>
        <a:p>
          <a:endParaRPr lang="fr-FR"/>
        </a:p>
      </dgm:t>
    </dgm:pt>
    <dgm:pt modelId="{76C3AED4-C3E1-464F-AEA3-70C3BBD131B2}" type="pres">
      <dgm:prSet presAssocID="{30C77E8B-614D-46FF-AC3A-DF89F03A3349}" presName="desTx" presStyleLbl="alignAccFollowNode1" presStyleIdx="1" presStyleCnt="3">
        <dgm:presLayoutVars>
          <dgm:bulletEnabled val="1"/>
        </dgm:presLayoutVars>
      </dgm:prSet>
      <dgm:spPr/>
      <dgm:t>
        <a:bodyPr/>
        <a:lstStyle/>
        <a:p>
          <a:endParaRPr lang="fr-FR"/>
        </a:p>
      </dgm:t>
    </dgm:pt>
    <dgm:pt modelId="{2CC00BE8-3E46-4139-806B-65947C6F2464}" type="pres">
      <dgm:prSet presAssocID="{399C01F1-C73E-48E7-9B29-C1ECE11073E4}" presName="space" presStyleCnt="0"/>
      <dgm:spPr/>
    </dgm:pt>
    <dgm:pt modelId="{559F5DD8-CD4F-4825-869E-520DF583D21E}" type="pres">
      <dgm:prSet presAssocID="{F5E6D17C-2026-4501-83FA-4FC64B2D104D}" presName="composite" presStyleCnt="0"/>
      <dgm:spPr/>
    </dgm:pt>
    <dgm:pt modelId="{DE51499B-F618-4FD9-B21C-BEA217727D7A}" type="pres">
      <dgm:prSet presAssocID="{F5E6D17C-2026-4501-83FA-4FC64B2D104D}" presName="parTx" presStyleLbl="alignNode1" presStyleIdx="2" presStyleCnt="3">
        <dgm:presLayoutVars>
          <dgm:chMax val="0"/>
          <dgm:chPref val="0"/>
          <dgm:bulletEnabled val="1"/>
        </dgm:presLayoutVars>
      </dgm:prSet>
      <dgm:spPr/>
      <dgm:t>
        <a:bodyPr/>
        <a:lstStyle/>
        <a:p>
          <a:endParaRPr lang="fr-FR"/>
        </a:p>
      </dgm:t>
    </dgm:pt>
    <dgm:pt modelId="{86485905-55A2-4DC9-81C7-118CD8F1C99A}" type="pres">
      <dgm:prSet presAssocID="{F5E6D17C-2026-4501-83FA-4FC64B2D104D}" presName="desTx" presStyleLbl="alignAccFollowNode1" presStyleIdx="2" presStyleCnt="3">
        <dgm:presLayoutVars>
          <dgm:bulletEnabled val="1"/>
        </dgm:presLayoutVars>
      </dgm:prSet>
      <dgm:spPr/>
      <dgm:t>
        <a:bodyPr/>
        <a:lstStyle/>
        <a:p>
          <a:endParaRPr lang="fr-FR"/>
        </a:p>
      </dgm:t>
    </dgm:pt>
  </dgm:ptLst>
  <dgm:cxnLst>
    <dgm:cxn modelId="{C18BC541-B757-4B4D-9F12-A0DCE1904FBA}" srcId="{56580BDC-69D2-4DB2-8923-A4B2B8C57A21}" destId="{4B03216C-ED66-459E-B37E-761F104334A7}" srcOrd="0" destOrd="0" parTransId="{6438FC76-CB05-4C8F-A315-6158BF0B9EBE}" sibTransId="{412533D6-7B90-4FD8-B92F-47AC02CE9067}"/>
    <dgm:cxn modelId="{2D4027A7-3AB6-4938-83D4-33EBC4B4B2C1}" type="presOf" srcId="{B353CBB9-3205-4FE2-B830-09A1BF574D92}" destId="{86485905-55A2-4DC9-81C7-118CD8F1C99A}" srcOrd="0" destOrd="0" presId="urn:microsoft.com/office/officeart/2005/8/layout/hList1"/>
    <dgm:cxn modelId="{D6D74C80-A17E-48ED-9D54-08CB37E9AB33}" srcId="{30C77E8B-614D-46FF-AC3A-DF89F03A3349}" destId="{1BEA07D1-95C0-4ADA-B971-F434EF70018C}" srcOrd="0" destOrd="0" parTransId="{68AB245A-072C-44A4-BC19-FF1185ECFFAE}" sibTransId="{8DF4F5B2-21DD-40CA-8088-F7688B726E62}"/>
    <dgm:cxn modelId="{D071694C-84E5-44F1-9CE5-89C576440029}" type="presOf" srcId="{EF1A7366-4014-4A78-A284-C0DBD50C610A}" destId="{DC36E66A-96A5-4E0A-9BAB-2B112E9AE86D}" srcOrd="0" destOrd="0" presId="urn:microsoft.com/office/officeart/2005/8/layout/hList1"/>
    <dgm:cxn modelId="{360DF458-2C02-4654-88EA-D75C47FA7954}" srcId="{F5E6D17C-2026-4501-83FA-4FC64B2D104D}" destId="{B353CBB9-3205-4FE2-B830-09A1BF574D92}" srcOrd="0" destOrd="0" parTransId="{536869CF-B9EE-4AB6-AA9D-F57D4084CD9E}" sibTransId="{599DF46D-D310-4E17-8F55-773ACE641FE1}"/>
    <dgm:cxn modelId="{6AB1377A-F85D-4A98-914A-9EE8A87FC58C}" srcId="{56580BDC-69D2-4DB2-8923-A4B2B8C57A21}" destId="{30C77E8B-614D-46FF-AC3A-DF89F03A3349}" srcOrd="1" destOrd="0" parTransId="{70F8F230-9043-4DA5-A821-CEFA7889DDA9}" sibTransId="{399C01F1-C73E-48E7-9B29-C1ECE11073E4}"/>
    <dgm:cxn modelId="{4BEFEB23-3526-4937-84D9-A3A6462612CA}" srcId="{56580BDC-69D2-4DB2-8923-A4B2B8C57A21}" destId="{F5E6D17C-2026-4501-83FA-4FC64B2D104D}" srcOrd="2" destOrd="0" parTransId="{07E0E9AD-4B1D-40E0-9FE7-F96496776350}" sibTransId="{3A061279-F8F7-409F-A2F7-5AD50B4DA821}"/>
    <dgm:cxn modelId="{DA52C33F-3451-42E2-BCE7-9C9DE3E392C3}" type="presOf" srcId="{F5E6D17C-2026-4501-83FA-4FC64B2D104D}" destId="{DE51499B-F618-4FD9-B21C-BEA217727D7A}" srcOrd="0" destOrd="0" presId="urn:microsoft.com/office/officeart/2005/8/layout/hList1"/>
    <dgm:cxn modelId="{03EBD927-9596-4C1E-A7CC-DBBA25EEF60D}" type="presOf" srcId="{4B03216C-ED66-459E-B37E-761F104334A7}" destId="{62023A66-CA0E-44F4-85CC-0C4AAA6CB80A}" srcOrd="0" destOrd="0" presId="urn:microsoft.com/office/officeart/2005/8/layout/hList1"/>
    <dgm:cxn modelId="{0F660714-CA2D-4CB2-A763-905DD1BAD721}" type="presOf" srcId="{1BEA07D1-95C0-4ADA-B971-F434EF70018C}" destId="{76C3AED4-C3E1-464F-AEA3-70C3BBD131B2}" srcOrd="0" destOrd="0" presId="urn:microsoft.com/office/officeart/2005/8/layout/hList1"/>
    <dgm:cxn modelId="{5D1FE64C-A580-45CA-84AE-3E9AA778BDF5}" type="presOf" srcId="{30C77E8B-614D-46FF-AC3A-DF89F03A3349}" destId="{3C164009-53F4-4DC0-910F-B4834EEA5E11}" srcOrd="0" destOrd="0" presId="urn:microsoft.com/office/officeart/2005/8/layout/hList1"/>
    <dgm:cxn modelId="{946AE58E-101E-4269-836F-2688F104D9A7}" srcId="{4B03216C-ED66-459E-B37E-761F104334A7}" destId="{EF1A7366-4014-4A78-A284-C0DBD50C610A}" srcOrd="0" destOrd="0" parTransId="{D8DDC550-A634-4F02-B78F-B9DE50520117}" sibTransId="{C36C2AF2-D9D9-43F7-82FB-D5498DCE1BEE}"/>
    <dgm:cxn modelId="{4BD446F8-1877-4ECC-B122-B11ABC134180}" type="presOf" srcId="{56580BDC-69D2-4DB2-8923-A4B2B8C57A21}" destId="{7468028A-4E88-4595-985C-77246E54D4FD}" srcOrd="0" destOrd="0" presId="urn:microsoft.com/office/officeart/2005/8/layout/hList1"/>
    <dgm:cxn modelId="{0D0B1245-A7E4-4AEF-84EB-F61DF951CE95}" type="presParOf" srcId="{7468028A-4E88-4595-985C-77246E54D4FD}" destId="{FA049C49-9883-441C-AC35-A51D1570B213}" srcOrd="0" destOrd="0" presId="urn:microsoft.com/office/officeart/2005/8/layout/hList1"/>
    <dgm:cxn modelId="{48D3EBC8-8523-4331-8967-6B85C2344A97}" type="presParOf" srcId="{FA049C49-9883-441C-AC35-A51D1570B213}" destId="{62023A66-CA0E-44F4-85CC-0C4AAA6CB80A}" srcOrd="0" destOrd="0" presId="urn:microsoft.com/office/officeart/2005/8/layout/hList1"/>
    <dgm:cxn modelId="{D9EF9531-4D65-4394-9416-69CD1C3F08ED}" type="presParOf" srcId="{FA049C49-9883-441C-AC35-A51D1570B213}" destId="{DC36E66A-96A5-4E0A-9BAB-2B112E9AE86D}" srcOrd="1" destOrd="0" presId="urn:microsoft.com/office/officeart/2005/8/layout/hList1"/>
    <dgm:cxn modelId="{0715BB75-7C00-42EE-B841-74BD23562B94}" type="presParOf" srcId="{7468028A-4E88-4595-985C-77246E54D4FD}" destId="{EB9E27D1-BA65-42AC-B854-DA0E6C1784BE}" srcOrd="1" destOrd="0" presId="urn:microsoft.com/office/officeart/2005/8/layout/hList1"/>
    <dgm:cxn modelId="{DCB34A81-23C0-404E-BFEA-6E38D5808DCE}" type="presParOf" srcId="{7468028A-4E88-4595-985C-77246E54D4FD}" destId="{93C617C3-3897-4324-B786-57EF250A0AA9}" srcOrd="2" destOrd="0" presId="urn:microsoft.com/office/officeart/2005/8/layout/hList1"/>
    <dgm:cxn modelId="{503EDC2C-8B26-4E96-B304-32E592D4DDA3}" type="presParOf" srcId="{93C617C3-3897-4324-B786-57EF250A0AA9}" destId="{3C164009-53F4-4DC0-910F-B4834EEA5E11}" srcOrd="0" destOrd="0" presId="urn:microsoft.com/office/officeart/2005/8/layout/hList1"/>
    <dgm:cxn modelId="{34843E79-3E24-4448-8C6F-F0C7F51EAD46}" type="presParOf" srcId="{93C617C3-3897-4324-B786-57EF250A0AA9}" destId="{76C3AED4-C3E1-464F-AEA3-70C3BBD131B2}" srcOrd="1" destOrd="0" presId="urn:microsoft.com/office/officeart/2005/8/layout/hList1"/>
    <dgm:cxn modelId="{F1D68193-6331-4CE0-B009-E44F8529B5BB}" type="presParOf" srcId="{7468028A-4E88-4595-985C-77246E54D4FD}" destId="{2CC00BE8-3E46-4139-806B-65947C6F2464}" srcOrd="3" destOrd="0" presId="urn:microsoft.com/office/officeart/2005/8/layout/hList1"/>
    <dgm:cxn modelId="{83910B37-1E9A-4F10-AF9D-6645B5F5C2D8}" type="presParOf" srcId="{7468028A-4E88-4595-985C-77246E54D4FD}" destId="{559F5DD8-CD4F-4825-869E-520DF583D21E}" srcOrd="4" destOrd="0" presId="urn:microsoft.com/office/officeart/2005/8/layout/hList1"/>
    <dgm:cxn modelId="{F30CE5DE-3143-4E18-88CD-DFE5C1DB31D5}" type="presParOf" srcId="{559F5DD8-CD4F-4825-869E-520DF583D21E}" destId="{DE51499B-F618-4FD9-B21C-BEA217727D7A}" srcOrd="0" destOrd="0" presId="urn:microsoft.com/office/officeart/2005/8/layout/hList1"/>
    <dgm:cxn modelId="{5E594F53-F8DA-42BF-B5EE-22ABACF0C46D}" type="presParOf" srcId="{559F5DD8-CD4F-4825-869E-520DF583D21E}" destId="{86485905-55A2-4DC9-81C7-118CD8F1C99A}" srcOrd="1" destOrd="0" presId="urn:microsoft.com/office/officeart/2005/8/layout/hList1"/>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BB6688-1F58-4525-B450-7675F3C2012B}" type="datetimeFigureOut">
              <a:rPr lang="fr-FR" smtClean="0"/>
              <a:pPr/>
              <a:t>06/06/2022</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9F83E-7FF5-4BBA-B236-4D7A909D0446}"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Connecteur droit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r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fr-FR" smtClean="0"/>
              <a:t>Cliquez pour modifier le style du titre</a:t>
            </a:r>
            <a:endParaRPr kumimoji="0" lang="en-US"/>
          </a:p>
        </p:txBody>
      </p:sp>
      <p:sp>
        <p:nvSpPr>
          <p:cNvPr id="25" name="Sous-titr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sp>
        <p:nvSpPr>
          <p:cNvPr id="31" name="Espace réservé de la date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D8F045AD-B1F2-4484-95FD-036FB3352218}" type="datetimeFigureOut">
              <a:rPr lang="fr-FR" smtClean="0"/>
              <a:pPr/>
              <a:t>06/06/2022</a:t>
            </a:fld>
            <a:endParaRPr lang="fr-FR"/>
          </a:p>
        </p:txBody>
      </p:sp>
      <p:sp>
        <p:nvSpPr>
          <p:cNvPr id="18" name="Espace réservé du pied de page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fr-FR"/>
          </a:p>
        </p:txBody>
      </p:sp>
      <p:sp>
        <p:nvSpPr>
          <p:cNvPr id="29" name="Espace réservé du numéro de diapositive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20536D14-200C-4ED9-924F-C40502A82598}"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1">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D8F045AD-B1F2-4484-95FD-036FB3352218}" type="datetimeFigureOut">
              <a:rPr lang="fr-FR" smtClean="0"/>
              <a:pPr/>
              <a:t>06/06/2022</a:t>
            </a:fld>
            <a:endParaRPr lang="fr-FR"/>
          </a:p>
        </p:txBody>
      </p:sp>
      <p:sp>
        <p:nvSpPr>
          <p:cNvPr id="5" name="Espace réservé du pied de page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fr-FR"/>
          </a:p>
        </p:txBody>
      </p:sp>
      <p:sp>
        <p:nvSpPr>
          <p:cNvPr id="6" name="Espace réservé du numéro de diapositive 5"/>
          <p:cNvSpPr>
            <a:spLocks noGrp="1"/>
          </p:cNvSpPr>
          <p:nvPr>
            <p:ph type="sldNum" sz="quarter" idx="12"/>
          </p:nvPr>
        </p:nvSpPr>
        <p:spPr>
          <a:xfrm>
            <a:off x="6733952" y="6555112"/>
            <a:ext cx="588336" cy="228600"/>
          </a:xfrm>
        </p:spPr>
        <p:txBody>
          <a:bodyPr/>
          <a:lstStyle>
            <a:extLst/>
          </a:lstStyle>
          <a:p>
            <a:fld id="{20536D14-200C-4ED9-924F-C40502A82598}"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42048" cy="1143000"/>
          </a:xfrm>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42048" cy="1143000"/>
          </a:xfrm>
        </p:spPr>
        <p:txBody>
          <a:bodyPr anchor="b"/>
          <a:lstStyle>
            <a:lvl1pPr>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8" name="Espace réservé du pied de page 7"/>
          <p:cNvSpPr>
            <a:spLocks noGrp="1"/>
          </p:cNvSpPr>
          <p:nvPr>
            <p:ph type="ftr" sz="quarter" idx="11"/>
          </p:nvPr>
        </p:nvSpPr>
        <p:spPr/>
        <p:txBody>
          <a:bodyPr/>
          <a:lstStyle>
            <a:extLst/>
          </a:lstStyle>
          <a:p>
            <a:endParaRPr lang="fr-FR"/>
          </a:p>
        </p:txBody>
      </p:sp>
      <p:sp>
        <p:nvSpPr>
          <p:cNvPr id="9" name="Espace réservé du numéro de diapositive 8"/>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42048" cy="1143000"/>
          </a:xfrm>
        </p:spPr>
        <p:txBody>
          <a:bodyPr/>
          <a:lstStyle>
            <a:extLst/>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4" name="Espace réservé du pied de page 3"/>
          <p:cNvSpPr>
            <a:spLocks noGrp="1"/>
          </p:cNvSpPr>
          <p:nvPr>
            <p:ph type="ftr" sz="quarter" idx="11"/>
          </p:nvPr>
        </p:nvSpPr>
        <p:spPr/>
        <p:txBody>
          <a:bodyPr/>
          <a:lstStyle>
            <a:extLst/>
          </a:lstStyle>
          <a:p>
            <a:endParaRPr lang="fr-FR"/>
          </a:p>
        </p:txBody>
      </p:sp>
      <p:sp>
        <p:nvSpPr>
          <p:cNvPr id="5" name="Espace réservé du numéro de diapositive 4"/>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solidFill>
                  <a:schemeClr val="tx2"/>
                </a:solidFill>
              </a:defRPr>
            </a:lvl1pPr>
            <a:extLst/>
          </a:lstStyle>
          <a:p>
            <a:fld id="{D8F045AD-B1F2-4484-95FD-036FB3352218}" type="datetimeFigureOut">
              <a:rPr lang="fr-FR" smtClean="0"/>
              <a:pPr/>
              <a:t>06/06/2022</a:t>
            </a:fld>
            <a:endParaRPr lang="fr-FR"/>
          </a:p>
        </p:txBody>
      </p:sp>
      <p:sp>
        <p:nvSpPr>
          <p:cNvPr id="3" name="Espace réservé du pied de page 2"/>
          <p:cNvSpPr>
            <a:spLocks noGrp="1"/>
          </p:cNvSpPr>
          <p:nvPr>
            <p:ph type="ftr" sz="quarter" idx="11"/>
          </p:nvPr>
        </p:nvSpPr>
        <p:spPr/>
        <p:txBody>
          <a:bodyPr/>
          <a:lstStyle>
            <a:lvl1pPr>
              <a:defRPr>
                <a:solidFill>
                  <a:schemeClr val="tx2"/>
                </a:solidFill>
              </a:defRPr>
            </a:lvl1pPr>
            <a:extLst/>
          </a:lstStyle>
          <a:p>
            <a:endParaRPr lang="fr-FR"/>
          </a:p>
        </p:txBody>
      </p:sp>
      <p:sp>
        <p:nvSpPr>
          <p:cNvPr id="4" name="Espace réservé du numéro de diapositive 3"/>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fr-FR" smtClean="0"/>
              <a:t>Cliquez pour modifier le style du titre</a:t>
            </a:r>
            <a:endParaRPr kumimoji="0" lang="en-US" dirty="0"/>
          </a:p>
        </p:txBody>
      </p:sp>
      <p:sp>
        <p:nvSpPr>
          <p:cNvPr id="4" name="Espace réservé du texte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20536D14-200C-4ED9-924F-C40502A82598}" type="slidenum">
              <a:rPr lang="fr-FR" smtClean="0"/>
              <a:pPr/>
              <a:t>‹N°›</a:t>
            </a:fld>
            <a:endParaRPr lang="fr-FR"/>
          </a:p>
        </p:txBody>
      </p:sp>
      <p:sp>
        <p:nvSpPr>
          <p:cNvPr id="10" name="Espace réservé pour une image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fr-FR" smtClean="0"/>
              <a:t>Cliquez sur l'icône pour ajouter une image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D8F045AD-B1F2-4484-95FD-036FB3352218}" type="datetimeFigureOut">
              <a:rPr lang="fr-FR" smtClean="0"/>
              <a:pPr/>
              <a:t>06/06/2022</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20536D14-200C-4ED9-924F-C40502A82598}"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53200" y="274955"/>
            <a:ext cx="1524000" cy="5851525"/>
          </a:xfrm>
        </p:spPr>
        <p:txBody>
          <a:bodyPr vert="eaVert" anchor="t"/>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42"/>
            <a:ext cx="6019800" cy="5851525"/>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a:xfrm>
            <a:off x="4242816" y="6557946"/>
            <a:ext cx="2002464" cy="226902"/>
          </a:xfrm>
        </p:spPr>
        <p:txBody>
          <a:bodyPr/>
          <a:lstStyle>
            <a:extLst/>
          </a:lstStyle>
          <a:p>
            <a:fld id="{D8F045AD-B1F2-4484-95FD-036FB3352218}" type="datetimeFigureOut">
              <a:rPr lang="fr-FR" smtClean="0"/>
              <a:pPr/>
              <a:t>06/06/2022</a:t>
            </a:fld>
            <a:endParaRPr lang="fr-FR"/>
          </a:p>
        </p:txBody>
      </p:sp>
      <p:sp>
        <p:nvSpPr>
          <p:cNvPr id="5" name="Espace réservé du pied de page 4"/>
          <p:cNvSpPr>
            <a:spLocks noGrp="1"/>
          </p:cNvSpPr>
          <p:nvPr>
            <p:ph type="ftr" sz="quarter" idx="11"/>
          </p:nvPr>
        </p:nvSpPr>
        <p:spPr>
          <a:xfrm>
            <a:off x="457200" y="6556248"/>
            <a:ext cx="3657600" cy="228600"/>
          </a:xfrm>
        </p:spPr>
        <p:txBody>
          <a:bodyPr/>
          <a:lstStyle>
            <a:extLst/>
          </a:lstStyle>
          <a:p>
            <a:endParaRPr lang="fr-FR"/>
          </a:p>
        </p:txBody>
      </p:sp>
      <p:sp>
        <p:nvSpPr>
          <p:cNvPr id="6" name="Espace réservé du numéro de diapositive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20536D14-200C-4ED9-924F-C40502A82598}"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Espace réservé du titre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fr-FR" smtClean="0"/>
              <a:t>Cliquez pour modifier le style du titre</a:t>
            </a:r>
            <a:endParaRPr kumimoji="0" lang="en-US"/>
          </a:p>
        </p:txBody>
      </p:sp>
      <p:sp>
        <p:nvSpPr>
          <p:cNvPr id="31" name="Espace réservé du texte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27" name="Espace réservé de la date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D8F045AD-B1F2-4484-95FD-036FB3352218}" type="datetimeFigureOut">
              <a:rPr lang="fr-FR" smtClean="0"/>
              <a:pPr/>
              <a:t>06/06/2022</a:t>
            </a:fld>
            <a:endParaRPr lang="fr-FR"/>
          </a:p>
        </p:txBody>
      </p:sp>
      <p:sp>
        <p:nvSpPr>
          <p:cNvPr id="4" name="Espace réservé du pied de page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fr-FR"/>
          </a:p>
        </p:txBody>
      </p:sp>
      <p:sp>
        <p:nvSpPr>
          <p:cNvPr id="16" name="Espace réservé du numéro de diapositive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20536D14-200C-4ED9-924F-C40502A82598}"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357299"/>
            <a:ext cx="7958166" cy="2225064"/>
          </a:xfrm>
        </p:spPr>
        <p:txBody>
          <a:bodyPr>
            <a:normAutofit/>
          </a:bodyPr>
          <a:lstStyle/>
          <a:p>
            <a:r>
              <a:rPr lang="fr-FR" b="0" dirty="0" smtClean="0"/>
              <a:t>MySQL</a:t>
            </a:r>
            <a:br>
              <a:rPr lang="fr-FR" b="0" dirty="0" smtClean="0"/>
            </a:br>
            <a:r>
              <a:rPr lang="fr-FR" b="0" dirty="0" err="1" smtClean="0"/>
              <a:t>Postgre</a:t>
            </a:r>
            <a:r>
              <a:rPr lang="fr-FR" b="0" dirty="0" smtClean="0"/>
              <a:t> SQL</a:t>
            </a:r>
            <a:br>
              <a:rPr lang="fr-FR" b="0" dirty="0" smtClean="0"/>
            </a:br>
            <a:r>
              <a:rPr lang="fr-FR" b="0" dirty="0" smtClean="0"/>
              <a:t>SQL SERVER </a:t>
            </a:r>
            <a:endParaRPr lang="fr-FR" dirty="0"/>
          </a:p>
        </p:txBody>
      </p:sp>
      <p:sp>
        <p:nvSpPr>
          <p:cNvPr id="3" name="Sous-titre 2"/>
          <p:cNvSpPr>
            <a:spLocks noGrp="1"/>
          </p:cNvSpPr>
          <p:nvPr>
            <p:ph type="subTitle" idx="1"/>
          </p:nvPr>
        </p:nvSpPr>
        <p:spPr>
          <a:xfrm>
            <a:off x="3354442" y="4143380"/>
            <a:ext cx="5114778" cy="1500198"/>
          </a:xfrm>
        </p:spPr>
        <p:txBody>
          <a:bodyPr/>
          <a:lstStyle/>
          <a:p>
            <a:r>
              <a:rPr lang="fr-FR" dirty="0" err="1" smtClean="0"/>
              <a:t>Realized</a:t>
            </a:r>
            <a:r>
              <a:rPr lang="fr-FR" dirty="0" smtClean="0"/>
              <a:t>  by:</a:t>
            </a:r>
          </a:p>
          <a:p>
            <a:r>
              <a:rPr lang="fr-FR" dirty="0" err="1" smtClean="0"/>
              <a:t>Abbassi</a:t>
            </a:r>
            <a:r>
              <a:rPr lang="fr-FR" dirty="0" smtClean="0"/>
              <a:t> </a:t>
            </a:r>
            <a:r>
              <a:rPr lang="fr-FR" dirty="0" err="1" smtClean="0"/>
              <a:t>chayma</a:t>
            </a:r>
            <a:endParaRPr lang="fr-FR" dirty="0"/>
          </a:p>
        </p:txBody>
      </p:sp>
    </p:spTree>
  </p:cSld>
  <p:clrMapOvr>
    <a:masterClrMapping/>
  </p:clrMapOvr>
  <p:transition spd="slow">
    <p:blinds/>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0" dirty="0" smtClean="0"/>
              <a:t> MySQL</a:t>
            </a:r>
            <a:endParaRPr lang="fr-FR" dirty="0"/>
          </a:p>
        </p:txBody>
      </p:sp>
      <p:graphicFrame>
        <p:nvGraphicFramePr>
          <p:cNvPr id="4" name="Espace réservé du contenu 3"/>
          <p:cNvGraphicFramePr>
            <a:graphicFrameLocks noGrp="1"/>
          </p:cNvGraphicFramePr>
          <p:nvPr>
            <p:ph idx="1"/>
          </p:nvPr>
        </p:nvGraphicFramePr>
        <p:xfrm>
          <a:off x="457200" y="1609416"/>
          <a:ext cx="7239000" cy="484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push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0" dirty="0" err="1" smtClean="0"/>
              <a:t>PostgreSQL</a:t>
            </a:r>
            <a:r>
              <a:rPr lang="fr-FR" b="0" dirty="0" smtClean="0"/>
              <a:t> </a:t>
            </a:r>
            <a:endParaRPr lang="fr-FR" dirty="0"/>
          </a:p>
        </p:txBody>
      </p:sp>
      <p:graphicFrame>
        <p:nvGraphicFramePr>
          <p:cNvPr id="5" name="Espace réservé du contenu 4"/>
          <p:cNvGraphicFramePr>
            <a:graphicFrameLocks noGrp="1"/>
          </p:cNvGraphicFramePr>
          <p:nvPr>
            <p:ph idx="1"/>
          </p:nvPr>
        </p:nvGraphicFramePr>
        <p:xfrm>
          <a:off x="457200" y="1609416"/>
          <a:ext cx="7239000" cy="484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0" dirty="0" smtClean="0"/>
              <a:t>SQL SERVER</a:t>
            </a:r>
            <a:endParaRPr lang="fr-FR" dirty="0"/>
          </a:p>
        </p:txBody>
      </p:sp>
      <p:graphicFrame>
        <p:nvGraphicFramePr>
          <p:cNvPr id="4" name="Espace réservé du contenu 3"/>
          <p:cNvGraphicFramePr>
            <a:graphicFrameLocks noGrp="1"/>
          </p:cNvGraphicFramePr>
          <p:nvPr>
            <p:ph idx="1"/>
          </p:nvPr>
        </p:nvGraphicFramePr>
        <p:xfrm>
          <a:off x="457200" y="1609416"/>
          <a:ext cx="7239000" cy="484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0" dirty="0" err="1" smtClean="0"/>
              <a:t>comparisoN</a:t>
            </a:r>
            <a:endParaRPr lang="fr-FR" dirty="0"/>
          </a:p>
        </p:txBody>
      </p:sp>
      <p:graphicFrame>
        <p:nvGraphicFramePr>
          <p:cNvPr id="4" name="Espace réservé du contenu 3"/>
          <p:cNvGraphicFramePr>
            <a:graphicFrameLocks noGrp="1"/>
          </p:cNvGraphicFramePr>
          <p:nvPr>
            <p:ph idx="1"/>
          </p:nvPr>
        </p:nvGraphicFramePr>
        <p:xfrm>
          <a:off x="457200" y="1609416"/>
          <a:ext cx="7239000" cy="484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7"/>
          <p:cNvGraphicFramePr>
            <a:graphicFrameLocks noGrp="1"/>
          </p:cNvGraphicFramePr>
          <p:nvPr>
            <p:ph idx="1"/>
          </p:nvPr>
        </p:nvGraphicFramePr>
        <p:xfrm>
          <a:off x="785786" y="714356"/>
          <a:ext cx="6953248" cy="5715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28596" y="1000108"/>
            <a:ext cx="7267604" cy="4500594"/>
          </a:xfrm>
          <a:solidFill>
            <a:schemeClr val="accent1">
              <a:lumMod val="20000"/>
              <a:lumOff val="80000"/>
            </a:schemeClr>
          </a:solidFill>
        </p:spPr>
        <p:txBody>
          <a:bodyPr anchor="ctr">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None/>
            </a:pPr>
            <a:r>
              <a:rPr lang="fr-FR" sz="44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      </a:t>
            </a:r>
            <a:r>
              <a:rPr lang="fr-FR" sz="4400" b="1" cap="all"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Thank</a:t>
            </a:r>
            <a:r>
              <a:rPr lang="fr-FR" sz="44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 </a:t>
            </a:r>
            <a:r>
              <a:rPr lang="fr-FR" sz="4400" b="1" cap="all"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you</a:t>
            </a:r>
            <a:r>
              <a:rPr lang="fr-FR" sz="44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 for </a:t>
            </a:r>
            <a:r>
              <a:rPr lang="fr-FR" sz="4400" b="1" cap="all"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y</a:t>
            </a:r>
            <a:r>
              <a:rPr lang="fr-FR" sz="4400" b="1" cap="all"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our</a:t>
            </a:r>
            <a:r>
              <a:rPr lang="fr-FR" sz="44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 attention</a:t>
            </a:r>
            <a:endParaRPr lang="fr-FR" sz="4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ransition spd="slow">
    <p:circl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Papi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316</TotalTime>
  <Words>199</Words>
  <Application>Microsoft Office PowerPoint</Application>
  <PresentationFormat>Affichage à l'écran (4:3)</PresentationFormat>
  <Paragraphs>33</Paragraphs>
  <Slides>7</Slides>
  <Notes>0</Notes>
  <HiddenSlides>0</HiddenSlides>
  <MMClips>0</MMClips>
  <ScaleCrop>false</ScaleCrop>
  <HeadingPairs>
    <vt:vector size="4" baseType="variant">
      <vt:variant>
        <vt:lpstr>Thème</vt:lpstr>
      </vt:variant>
      <vt:variant>
        <vt:i4>1</vt:i4>
      </vt:variant>
      <vt:variant>
        <vt:lpstr>Titres des diapositives</vt:lpstr>
      </vt:variant>
      <vt:variant>
        <vt:i4>7</vt:i4>
      </vt:variant>
    </vt:vector>
  </HeadingPairs>
  <TitlesOfParts>
    <vt:vector size="8" baseType="lpstr">
      <vt:lpstr>Opulent</vt:lpstr>
      <vt:lpstr>MySQL Postgre SQL SQL SERVER </vt:lpstr>
      <vt:lpstr> MySQL</vt:lpstr>
      <vt:lpstr>PostgreSQL </vt:lpstr>
      <vt:lpstr>SQL SERVER</vt:lpstr>
      <vt:lpstr>comparisoN</vt:lpstr>
      <vt:lpstr>Diapositive 6</vt:lpstr>
      <vt:lpstr>Diapositive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Postgre SQL SQL SERVER</dc:title>
  <dc:creator>aasus</dc:creator>
  <cp:lastModifiedBy>aasus</cp:lastModifiedBy>
  <cp:revision>31</cp:revision>
  <dcterms:created xsi:type="dcterms:W3CDTF">2022-06-05T23:52:46Z</dcterms:created>
  <dcterms:modified xsi:type="dcterms:W3CDTF">2022-06-06T18:39:51Z</dcterms:modified>
</cp:coreProperties>
</file>